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63" r:id="rId5"/>
    <p:sldId id="264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34" d="100"/>
          <a:sy n="134" d="100"/>
        </p:scale>
        <p:origin x="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87A657-F3E2-4699-B893-0D9654519D67}" type="doc">
      <dgm:prSet loTypeId="urn:microsoft.com/office/officeart/2005/8/layout/hierarchy1" loCatId="hierarchy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0977721-D3E8-450F-83B2-A7D2F725B4F0}">
      <dgm:prSet/>
      <dgm:spPr/>
      <dgm:t>
        <a:bodyPr/>
        <a:lstStyle/>
        <a:p>
          <a:r>
            <a:rPr lang="en-US"/>
            <a:t>Teams work separately and pass work between departments (Waterfall development)</a:t>
          </a:r>
        </a:p>
      </dgm:t>
    </dgm:pt>
    <dgm:pt modelId="{44DED22F-C0E4-43A0-AEB2-651F19944331}" type="parTrans" cxnId="{D3EE9056-B91D-43E4-8304-2E5E185C1D51}">
      <dgm:prSet/>
      <dgm:spPr/>
      <dgm:t>
        <a:bodyPr/>
        <a:lstStyle/>
        <a:p>
          <a:endParaRPr lang="en-US"/>
        </a:p>
      </dgm:t>
    </dgm:pt>
    <dgm:pt modelId="{21CECB8D-18BB-4D61-954B-05141812EE5A}" type="sibTrans" cxnId="{D3EE9056-B91D-43E4-8304-2E5E185C1D51}">
      <dgm:prSet/>
      <dgm:spPr/>
      <dgm:t>
        <a:bodyPr/>
        <a:lstStyle/>
        <a:p>
          <a:endParaRPr lang="en-US"/>
        </a:p>
      </dgm:t>
    </dgm:pt>
    <dgm:pt modelId="{8C2187D4-5242-4924-80B2-3F64F89C2680}">
      <dgm:prSet/>
      <dgm:spPr/>
      <dgm:t>
        <a:bodyPr/>
        <a:lstStyle/>
        <a:p>
          <a:r>
            <a:rPr lang="en-US"/>
            <a:t>Testing, approvals, and deployment may be manual</a:t>
          </a:r>
        </a:p>
      </dgm:t>
    </dgm:pt>
    <dgm:pt modelId="{3B5246B2-0ACC-4B15-9294-63AE3E0CDAF8}" type="parTrans" cxnId="{FA9F3123-5D06-47F6-BE5B-D07FF307F335}">
      <dgm:prSet/>
      <dgm:spPr/>
      <dgm:t>
        <a:bodyPr/>
        <a:lstStyle/>
        <a:p>
          <a:endParaRPr lang="en-US"/>
        </a:p>
      </dgm:t>
    </dgm:pt>
    <dgm:pt modelId="{005FCBFE-AAB7-4A82-8305-02379B09AED9}" type="sibTrans" cxnId="{FA9F3123-5D06-47F6-BE5B-D07FF307F335}">
      <dgm:prSet/>
      <dgm:spPr/>
      <dgm:t>
        <a:bodyPr/>
        <a:lstStyle/>
        <a:p>
          <a:endParaRPr lang="en-US"/>
        </a:p>
      </dgm:t>
    </dgm:pt>
    <dgm:pt modelId="{0F2FDBD8-B2A1-4888-B9A3-C78E9B219239}">
      <dgm:prSet/>
      <dgm:spPr/>
      <dgm:t>
        <a:bodyPr/>
        <a:lstStyle/>
        <a:p>
          <a:r>
            <a:rPr lang="en-US"/>
            <a:t>Merging code can lead to lengthy investigations if there are errors</a:t>
          </a:r>
        </a:p>
      </dgm:t>
    </dgm:pt>
    <dgm:pt modelId="{21CBD363-AF78-49AC-B4F5-137E017486E6}" type="parTrans" cxnId="{B9F50214-9D8B-4F2C-A6E7-303B21B1F797}">
      <dgm:prSet/>
      <dgm:spPr/>
      <dgm:t>
        <a:bodyPr/>
        <a:lstStyle/>
        <a:p>
          <a:endParaRPr lang="en-US"/>
        </a:p>
      </dgm:t>
    </dgm:pt>
    <dgm:pt modelId="{FCA91A35-4C4F-4FE4-9D78-F2A95D974011}" type="sibTrans" cxnId="{B9F50214-9D8B-4F2C-A6E7-303B21B1F797}">
      <dgm:prSet/>
      <dgm:spPr/>
      <dgm:t>
        <a:bodyPr/>
        <a:lstStyle/>
        <a:p>
          <a:endParaRPr lang="en-US"/>
        </a:p>
      </dgm:t>
    </dgm:pt>
    <dgm:pt modelId="{11D126CE-ED12-4952-909D-75CBC7681377}">
      <dgm:prSet/>
      <dgm:spPr/>
      <dgm:t>
        <a:bodyPr/>
        <a:lstStyle/>
        <a:p>
          <a:r>
            <a:rPr lang="en-US"/>
            <a:t>Releases become large, infrequent, and risky</a:t>
          </a:r>
        </a:p>
      </dgm:t>
    </dgm:pt>
    <dgm:pt modelId="{C51228B0-35C9-44EF-A97B-430D56F6D6C5}" type="parTrans" cxnId="{895579B2-DE47-4F14-877F-6DF6BE98A27C}">
      <dgm:prSet/>
      <dgm:spPr/>
      <dgm:t>
        <a:bodyPr/>
        <a:lstStyle/>
        <a:p>
          <a:endParaRPr lang="en-US"/>
        </a:p>
      </dgm:t>
    </dgm:pt>
    <dgm:pt modelId="{BDAD4C46-169F-4006-BA45-7782E75C4AFF}" type="sibTrans" cxnId="{895579B2-DE47-4F14-877F-6DF6BE98A27C}">
      <dgm:prSet/>
      <dgm:spPr/>
      <dgm:t>
        <a:bodyPr/>
        <a:lstStyle/>
        <a:p>
          <a:endParaRPr lang="en-US"/>
        </a:p>
      </dgm:t>
    </dgm:pt>
    <dgm:pt modelId="{110D7E2B-52A1-4B40-82C2-66694723640B}" type="pres">
      <dgm:prSet presAssocID="{FE87A657-F3E2-4699-B893-0D9654519D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2532AA-B5BC-416E-B532-2E54850BCAA9}" type="pres">
      <dgm:prSet presAssocID="{20977721-D3E8-450F-83B2-A7D2F725B4F0}" presName="hierRoot1" presStyleCnt="0"/>
      <dgm:spPr/>
    </dgm:pt>
    <dgm:pt modelId="{EF34F8FA-2BF3-4A11-90CB-509E50842837}" type="pres">
      <dgm:prSet presAssocID="{20977721-D3E8-450F-83B2-A7D2F725B4F0}" presName="composite" presStyleCnt="0"/>
      <dgm:spPr/>
    </dgm:pt>
    <dgm:pt modelId="{919F1069-4954-4949-899D-744517EA185F}" type="pres">
      <dgm:prSet presAssocID="{20977721-D3E8-450F-83B2-A7D2F725B4F0}" presName="background" presStyleLbl="node0" presStyleIdx="0" presStyleCnt="4"/>
      <dgm:spPr/>
    </dgm:pt>
    <dgm:pt modelId="{99BA92FC-03A8-4145-85B3-DF1354375BCF}" type="pres">
      <dgm:prSet presAssocID="{20977721-D3E8-450F-83B2-A7D2F725B4F0}" presName="text" presStyleLbl="fgAcc0" presStyleIdx="0" presStyleCnt="4">
        <dgm:presLayoutVars>
          <dgm:chPref val="3"/>
        </dgm:presLayoutVars>
      </dgm:prSet>
      <dgm:spPr/>
    </dgm:pt>
    <dgm:pt modelId="{5FE6D1D3-5657-4052-BD06-92C4489D1768}" type="pres">
      <dgm:prSet presAssocID="{20977721-D3E8-450F-83B2-A7D2F725B4F0}" presName="hierChild2" presStyleCnt="0"/>
      <dgm:spPr/>
    </dgm:pt>
    <dgm:pt modelId="{5270402C-28CF-4AAD-BD86-5CEFE5A05F11}" type="pres">
      <dgm:prSet presAssocID="{8C2187D4-5242-4924-80B2-3F64F89C2680}" presName="hierRoot1" presStyleCnt="0"/>
      <dgm:spPr/>
    </dgm:pt>
    <dgm:pt modelId="{EEA871A8-D2B0-415E-9C39-44BF8D89AFB8}" type="pres">
      <dgm:prSet presAssocID="{8C2187D4-5242-4924-80B2-3F64F89C2680}" presName="composite" presStyleCnt="0"/>
      <dgm:spPr/>
    </dgm:pt>
    <dgm:pt modelId="{BE44C110-5CA1-4730-8ABB-0A605952C3AC}" type="pres">
      <dgm:prSet presAssocID="{8C2187D4-5242-4924-80B2-3F64F89C2680}" presName="background" presStyleLbl="node0" presStyleIdx="1" presStyleCnt="4"/>
      <dgm:spPr/>
    </dgm:pt>
    <dgm:pt modelId="{38343348-A7F3-4A79-A609-0B9AFCCF15B5}" type="pres">
      <dgm:prSet presAssocID="{8C2187D4-5242-4924-80B2-3F64F89C2680}" presName="text" presStyleLbl="fgAcc0" presStyleIdx="1" presStyleCnt="4">
        <dgm:presLayoutVars>
          <dgm:chPref val="3"/>
        </dgm:presLayoutVars>
      </dgm:prSet>
      <dgm:spPr/>
    </dgm:pt>
    <dgm:pt modelId="{79A2330E-7B1B-428E-9192-6389999B4ED0}" type="pres">
      <dgm:prSet presAssocID="{8C2187D4-5242-4924-80B2-3F64F89C2680}" presName="hierChild2" presStyleCnt="0"/>
      <dgm:spPr/>
    </dgm:pt>
    <dgm:pt modelId="{40D7CFE5-DE93-4832-9E6D-70F6F96A01E9}" type="pres">
      <dgm:prSet presAssocID="{0F2FDBD8-B2A1-4888-B9A3-C78E9B219239}" presName="hierRoot1" presStyleCnt="0"/>
      <dgm:spPr/>
    </dgm:pt>
    <dgm:pt modelId="{3C91677E-8798-4826-9ACD-1630FF50CCB2}" type="pres">
      <dgm:prSet presAssocID="{0F2FDBD8-B2A1-4888-B9A3-C78E9B219239}" presName="composite" presStyleCnt="0"/>
      <dgm:spPr/>
    </dgm:pt>
    <dgm:pt modelId="{6ED9B0EF-A9D8-478D-B0D9-E274E3F3CD66}" type="pres">
      <dgm:prSet presAssocID="{0F2FDBD8-B2A1-4888-B9A3-C78E9B219239}" presName="background" presStyleLbl="node0" presStyleIdx="2" presStyleCnt="4"/>
      <dgm:spPr/>
    </dgm:pt>
    <dgm:pt modelId="{4559E31C-4868-4CAA-A77B-507B148C70B1}" type="pres">
      <dgm:prSet presAssocID="{0F2FDBD8-B2A1-4888-B9A3-C78E9B219239}" presName="text" presStyleLbl="fgAcc0" presStyleIdx="2" presStyleCnt="4">
        <dgm:presLayoutVars>
          <dgm:chPref val="3"/>
        </dgm:presLayoutVars>
      </dgm:prSet>
      <dgm:spPr/>
    </dgm:pt>
    <dgm:pt modelId="{889F9ADC-16E9-495E-96F4-47098672FB08}" type="pres">
      <dgm:prSet presAssocID="{0F2FDBD8-B2A1-4888-B9A3-C78E9B219239}" presName="hierChild2" presStyleCnt="0"/>
      <dgm:spPr/>
    </dgm:pt>
    <dgm:pt modelId="{68A1BA4C-EF72-4E4C-A7AF-5176AC91D786}" type="pres">
      <dgm:prSet presAssocID="{11D126CE-ED12-4952-909D-75CBC7681377}" presName="hierRoot1" presStyleCnt="0"/>
      <dgm:spPr/>
    </dgm:pt>
    <dgm:pt modelId="{AE11AFF5-692F-422D-A71F-9C22EF7CEF67}" type="pres">
      <dgm:prSet presAssocID="{11D126CE-ED12-4952-909D-75CBC7681377}" presName="composite" presStyleCnt="0"/>
      <dgm:spPr/>
    </dgm:pt>
    <dgm:pt modelId="{9FF230FE-B5AB-4AE4-BCCB-74210F8A0CD7}" type="pres">
      <dgm:prSet presAssocID="{11D126CE-ED12-4952-909D-75CBC7681377}" presName="background" presStyleLbl="node0" presStyleIdx="3" presStyleCnt="4"/>
      <dgm:spPr/>
    </dgm:pt>
    <dgm:pt modelId="{498B4D27-3EE5-4D02-B919-3D8A93D9D38C}" type="pres">
      <dgm:prSet presAssocID="{11D126CE-ED12-4952-909D-75CBC7681377}" presName="text" presStyleLbl="fgAcc0" presStyleIdx="3" presStyleCnt="4">
        <dgm:presLayoutVars>
          <dgm:chPref val="3"/>
        </dgm:presLayoutVars>
      </dgm:prSet>
      <dgm:spPr/>
    </dgm:pt>
    <dgm:pt modelId="{59CEB7BD-17F1-4F95-887F-5902BA7896F6}" type="pres">
      <dgm:prSet presAssocID="{11D126CE-ED12-4952-909D-75CBC7681377}" presName="hierChild2" presStyleCnt="0"/>
      <dgm:spPr/>
    </dgm:pt>
  </dgm:ptLst>
  <dgm:cxnLst>
    <dgm:cxn modelId="{B9F50214-9D8B-4F2C-A6E7-303B21B1F797}" srcId="{FE87A657-F3E2-4699-B893-0D9654519D67}" destId="{0F2FDBD8-B2A1-4888-B9A3-C78E9B219239}" srcOrd="2" destOrd="0" parTransId="{21CBD363-AF78-49AC-B4F5-137E017486E6}" sibTransId="{FCA91A35-4C4F-4FE4-9D78-F2A95D974011}"/>
    <dgm:cxn modelId="{FB759518-2983-481E-AFAA-73A4B04435B5}" type="presOf" srcId="{11D126CE-ED12-4952-909D-75CBC7681377}" destId="{498B4D27-3EE5-4D02-B919-3D8A93D9D38C}" srcOrd="0" destOrd="0" presId="urn:microsoft.com/office/officeart/2005/8/layout/hierarchy1"/>
    <dgm:cxn modelId="{FA9F3123-5D06-47F6-BE5B-D07FF307F335}" srcId="{FE87A657-F3E2-4699-B893-0D9654519D67}" destId="{8C2187D4-5242-4924-80B2-3F64F89C2680}" srcOrd="1" destOrd="0" parTransId="{3B5246B2-0ACC-4B15-9294-63AE3E0CDAF8}" sibTransId="{005FCBFE-AAB7-4A82-8305-02379B09AED9}"/>
    <dgm:cxn modelId="{0C76BE2C-B55B-499D-9537-026C0AC3FA15}" type="presOf" srcId="{20977721-D3E8-450F-83B2-A7D2F725B4F0}" destId="{99BA92FC-03A8-4145-85B3-DF1354375BCF}" srcOrd="0" destOrd="0" presId="urn:microsoft.com/office/officeart/2005/8/layout/hierarchy1"/>
    <dgm:cxn modelId="{77CA936F-DA55-4A42-9000-2C406E069E33}" type="presOf" srcId="{0F2FDBD8-B2A1-4888-B9A3-C78E9B219239}" destId="{4559E31C-4868-4CAA-A77B-507B148C70B1}" srcOrd="0" destOrd="0" presId="urn:microsoft.com/office/officeart/2005/8/layout/hierarchy1"/>
    <dgm:cxn modelId="{D3EE9056-B91D-43E4-8304-2E5E185C1D51}" srcId="{FE87A657-F3E2-4699-B893-0D9654519D67}" destId="{20977721-D3E8-450F-83B2-A7D2F725B4F0}" srcOrd="0" destOrd="0" parTransId="{44DED22F-C0E4-43A0-AEB2-651F19944331}" sibTransId="{21CECB8D-18BB-4D61-954B-05141812EE5A}"/>
    <dgm:cxn modelId="{895579B2-DE47-4F14-877F-6DF6BE98A27C}" srcId="{FE87A657-F3E2-4699-B893-0D9654519D67}" destId="{11D126CE-ED12-4952-909D-75CBC7681377}" srcOrd="3" destOrd="0" parTransId="{C51228B0-35C9-44EF-A97B-430D56F6D6C5}" sibTransId="{BDAD4C46-169F-4006-BA45-7782E75C4AFF}"/>
    <dgm:cxn modelId="{F46269CB-E1EC-43E5-9C8B-3F0DE7C1C105}" type="presOf" srcId="{8C2187D4-5242-4924-80B2-3F64F89C2680}" destId="{38343348-A7F3-4A79-A609-0B9AFCCF15B5}" srcOrd="0" destOrd="0" presId="urn:microsoft.com/office/officeart/2005/8/layout/hierarchy1"/>
    <dgm:cxn modelId="{D10617F3-1729-4E61-9442-980690386167}" type="presOf" srcId="{FE87A657-F3E2-4699-B893-0D9654519D67}" destId="{110D7E2B-52A1-4B40-82C2-66694723640B}" srcOrd="0" destOrd="0" presId="urn:microsoft.com/office/officeart/2005/8/layout/hierarchy1"/>
    <dgm:cxn modelId="{1114C561-3E19-4F53-AA14-7C7F5AC03AFE}" type="presParOf" srcId="{110D7E2B-52A1-4B40-82C2-66694723640B}" destId="{0A2532AA-B5BC-416E-B532-2E54850BCAA9}" srcOrd="0" destOrd="0" presId="urn:microsoft.com/office/officeart/2005/8/layout/hierarchy1"/>
    <dgm:cxn modelId="{8B67FAC5-E3FC-4EE8-B498-956EBCEE8DF0}" type="presParOf" srcId="{0A2532AA-B5BC-416E-B532-2E54850BCAA9}" destId="{EF34F8FA-2BF3-4A11-90CB-509E50842837}" srcOrd="0" destOrd="0" presId="urn:microsoft.com/office/officeart/2005/8/layout/hierarchy1"/>
    <dgm:cxn modelId="{4E1262F9-3760-435F-B347-41FEA732CECE}" type="presParOf" srcId="{EF34F8FA-2BF3-4A11-90CB-509E50842837}" destId="{919F1069-4954-4949-899D-744517EA185F}" srcOrd="0" destOrd="0" presId="urn:microsoft.com/office/officeart/2005/8/layout/hierarchy1"/>
    <dgm:cxn modelId="{33E71662-F5A7-4E95-9114-450F7A0B5718}" type="presParOf" srcId="{EF34F8FA-2BF3-4A11-90CB-509E50842837}" destId="{99BA92FC-03A8-4145-85B3-DF1354375BCF}" srcOrd="1" destOrd="0" presId="urn:microsoft.com/office/officeart/2005/8/layout/hierarchy1"/>
    <dgm:cxn modelId="{16AE6A8F-CB01-4DAB-9A17-00D87EA0CD0F}" type="presParOf" srcId="{0A2532AA-B5BC-416E-B532-2E54850BCAA9}" destId="{5FE6D1D3-5657-4052-BD06-92C4489D1768}" srcOrd="1" destOrd="0" presId="urn:microsoft.com/office/officeart/2005/8/layout/hierarchy1"/>
    <dgm:cxn modelId="{009BF0F5-E450-4253-82B7-BA51E52D6FC5}" type="presParOf" srcId="{110D7E2B-52A1-4B40-82C2-66694723640B}" destId="{5270402C-28CF-4AAD-BD86-5CEFE5A05F11}" srcOrd="1" destOrd="0" presId="urn:microsoft.com/office/officeart/2005/8/layout/hierarchy1"/>
    <dgm:cxn modelId="{7D341B30-E470-4B44-BB3E-7F5934C4CD09}" type="presParOf" srcId="{5270402C-28CF-4AAD-BD86-5CEFE5A05F11}" destId="{EEA871A8-D2B0-415E-9C39-44BF8D89AFB8}" srcOrd="0" destOrd="0" presId="urn:microsoft.com/office/officeart/2005/8/layout/hierarchy1"/>
    <dgm:cxn modelId="{78AD9D52-3F3A-42ED-9A26-7F390FD7902D}" type="presParOf" srcId="{EEA871A8-D2B0-415E-9C39-44BF8D89AFB8}" destId="{BE44C110-5CA1-4730-8ABB-0A605952C3AC}" srcOrd="0" destOrd="0" presId="urn:microsoft.com/office/officeart/2005/8/layout/hierarchy1"/>
    <dgm:cxn modelId="{38E4E9CF-E343-4019-8658-821C36F7DBC8}" type="presParOf" srcId="{EEA871A8-D2B0-415E-9C39-44BF8D89AFB8}" destId="{38343348-A7F3-4A79-A609-0B9AFCCF15B5}" srcOrd="1" destOrd="0" presId="urn:microsoft.com/office/officeart/2005/8/layout/hierarchy1"/>
    <dgm:cxn modelId="{40F574C1-5B7A-4918-B6BA-51A1EA2D0BD6}" type="presParOf" srcId="{5270402C-28CF-4AAD-BD86-5CEFE5A05F11}" destId="{79A2330E-7B1B-428E-9192-6389999B4ED0}" srcOrd="1" destOrd="0" presId="urn:microsoft.com/office/officeart/2005/8/layout/hierarchy1"/>
    <dgm:cxn modelId="{86C02952-6D20-4B90-A8F3-5F5F0050093A}" type="presParOf" srcId="{110D7E2B-52A1-4B40-82C2-66694723640B}" destId="{40D7CFE5-DE93-4832-9E6D-70F6F96A01E9}" srcOrd="2" destOrd="0" presId="urn:microsoft.com/office/officeart/2005/8/layout/hierarchy1"/>
    <dgm:cxn modelId="{0B42DC8E-F891-4968-A6DC-2E0BDBFE6021}" type="presParOf" srcId="{40D7CFE5-DE93-4832-9E6D-70F6F96A01E9}" destId="{3C91677E-8798-4826-9ACD-1630FF50CCB2}" srcOrd="0" destOrd="0" presId="urn:microsoft.com/office/officeart/2005/8/layout/hierarchy1"/>
    <dgm:cxn modelId="{0F2B0F24-F25A-455C-B493-103F5FF264DA}" type="presParOf" srcId="{3C91677E-8798-4826-9ACD-1630FF50CCB2}" destId="{6ED9B0EF-A9D8-478D-B0D9-E274E3F3CD66}" srcOrd="0" destOrd="0" presId="urn:microsoft.com/office/officeart/2005/8/layout/hierarchy1"/>
    <dgm:cxn modelId="{7FC40167-1A9D-4C83-8126-7519A0AB4596}" type="presParOf" srcId="{3C91677E-8798-4826-9ACD-1630FF50CCB2}" destId="{4559E31C-4868-4CAA-A77B-507B148C70B1}" srcOrd="1" destOrd="0" presId="urn:microsoft.com/office/officeart/2005/8/layout/hierarchy1"/>
    <dgm:cxn modelId="{DF63B70C-0C78-4CC8-BC81-AC2B634724E5}" type="presParOf" srcId="{40D7CFE5-DE93-4832-9E6D-70F6F96A01E9}" destId="{889F9ADC-16E9-495E-96F4-47098672FB08}" srcOrd="1" destOrd="0" presId="urn:microsoft.com/office/officeart/2005/8/layout/hierarchy1"/>
    <dgm:cxn modelId="{70414A61-EEDA-4DC2-840C-C53DB4944F91}" type="presParOf" srcId="{110D7E2B-52A1-4B40-82C2-66694723640B}" destId="{68A1BA4C-EF72-4E4C-A7AF-5176AC91D786}" srcOrd="3" destOrd="0" presId="urn:microsoft.com/office/officeart/2005/8/layout/hierarchy1"/>
    <dgm:cxn modelId="{EBBF7A82-E45E-4F82-BF38-F636617171D0}" type="presParOf" srcId="{68A1BA4C-EF72-4E4C-A7AF-5176AC91D786}" destId="{AE11AFF5-692F-422D-A71F-9C22EF7CEF67}" srcOrd="0" destOrd="0" presId="urn:microsoft.com/office/officeart/2005/8/layout/hierarchy1"/>
    <dgm:cxn modelId="{CD7DD882-1EED-489E-BAAD-899D4A675858}" type="presParOf" srcId="{AE11AFF5-692F-422D-A71F-9C22EF7CEF67}" destId="{9FF230FE-B5AB-4AE4-BCCB-74210F8A0CD7}" srcOrd="0" destOrd="0" presId="urn:microsoft.com/office/officeart/2005/8/layout/hierarchy1"/>
    <dgm:cxn modelId="{BE5F958E-2775-4FAA-AF7F-77AC8FDCD4FC}" type="presParOf" srcId="{AE11AFF5-692F-422D-A71F-9C22EF7CEF67}" destId="{498B4D27-3EE5-4D02-B919-3D8A93D9D38C}" srcOrd="1" destOrd="0" presId="urn:microsoft.com/office/officeart/2005/8/layout/hierarchy1"/>
    <dgm:cxn modelId="{2869AFEC-FAA6-4EDC-99F7-00B8E2E9E1AE}" type="presParOf" srcId="{68A1BA4C-EF72-4E4C-A7AF-5176AC91D786}" destId="{59CEB7BD-17F1-4F95-887F-5902BA7896F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6AF8AB-05A8-4900-8940-FC58907D7E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949A8E71-CD27-46BF-A1E1-B58C4BA225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efficient development</a:t>
          </a:r>
        </a:p>
      </dgm:t>
    </dgm:pt>
    <dgm:pt modelId="{88B05FAA-D2F5-42A1-9051-406571F0FAB2}" type="parTrans" cxnId="{D3680341-E8D1-4F23-B2FC-CE16B5A5E684}">
      <dgm:prSet/>
      <dgm:spPr/>
      <dgm:t>
        <a:bodyPr/>
        <a:lstStyle/>
        <a:p>
          <a:endParaRPr lang="en-US"/>
        </a:p>
      </dgm:t>
    </dgm:pt>
    <dgm:pt modelId="{0D68370D-FC6C-45F2-B59F-7229F695DE68}" type="sibTrans" cxnId="{D3680341-E8D1-4F23-B2FC-CE16B5A5E6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34782B-532E-49F1-931B-5319A807A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response &amp; deployment time</a:t>
          </a:r>
        </a:p>
      </dgm:t>
    </dgm:pt>
    <dgm:pt modelId="{71C09E9B-32CA-476F-97BB-966F53FAA68D}" type="parTrans" cxnId="{77278EE3-FE7C-4BB3-BD23-9C660ED590C3}">
      <dgm:prSet/>
      <dgm:spPr/>
      <dgm:t>
        <a:bodyPr/>
        <a:lstStyle/>
        <a:p>
          <a:endParaRPr lang="en-US"/>
        </a:p>
      </dgm:t>
    </dgm:pt>
    <dgm:pt modelId="{E895DA29-6D7A-4D18-A771-46DE2638D813}" type="sibTrans" cxnId="{77278EE3-FE7C-4BB3-BD23-9C660ED590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42CF74-7BDB-4B72-B5C6-B4621C9B3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customer experience</a:t>
          </a:r>
        </a:p>
      </dgm:t>
    </dgm:pt>
    <dgm:pt modelId="{0DB5016C-51AF-4B89-87E7-DFEEA9AB2284}" type="parTrans" cxnId="{9E457C24-2AC5-40F3-908C-E913ECDE52DD}">
      <dgm:prSet/>
      <dgm:spPr/>
      <dgm:t>
        <a:bodyPr/>
        <a:lstStyle/>
        <a:p>
          <a:endParaRPr lang="en-US"/>
        </a:p>
      </dgm:t>
    </dgm:pt>
    <dgm:pt modelId="{316011E9-1FCE-4C78-8128-ACB0AC2D0A6C}" type="sibTrans" cxnId="{9E457C24-2AC5-40F3-908C-E913ECDE52DD}">
      <dgm:prSet/>
      <dgm:spPr/>
      <dgm:t>
        <a:bodyPr/>
        <a:lstStyle/>
        <a:p>
          <a:endParaRPr lang="en-US"/>
        </a:p>
      </dgm:t>
    </dgm:pt>
    <dgm:pt modelId="{B6D35527-9509-4938-B0F8-728356555D68}" type="pres">
      <dgm:prSet presAssocID="{9F6AF8AB-05A8-4900-8940-FC58907D7E8D}" presName="root" presStyleCnt="0">
        <dgm:presLayoutVars>
          <dgm:dir/>
          <dgm:resizeHandles val="exact"/>
        </dgm:presLayoutVars>
      </dgm:prSet>
      <dgm:spPr/>
    </dgm:pt>
    <dgm:pt modelId="{AE8A8BE9-06BF-4673-B452-81C080A3A3A8}" type="pres">
      <dgm:prSet presAssocID="{949A8E71-CD27-46BF-A1E1-B58C4BA225F7}" presName="compNode" presStyleCnt="0"/>
      <dgm:spPr/>
    </dgm:pt>
    <dgm:pt modelId="{EC10CBB1-8669-493C-8996-A0DFD97449C7}" type="pres">
      <dgm:prSet presAssocID="{949A8E71-CD27-46BF-A1E1-B58C4BA225F7}" presName="bgRect" presStyleLbl="bgShp" presStyleIdx="0" presStyleCnt="3"/>
      <dgm:spPr/>
    </dgm:pt>
    <dgm:pt modelId="{229112CC-908E-42B7-8E2B-D5B49FB041EC}" type="pres">
      <dgm:prSet presAssocID="{949A8E71-CD27-46BF-A1E1-B58C4BA225F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4C99D75-A845-4261-8E26-6F56E13B1531}" type="pres">
      <dgm:prSet presAssocID="{949A8E71-CD27-46BF-A1E1-B58C4BA225F7}" presName="spaceRect" presStyleCnt="0"/>
      <dgm:spPr/>
    </dgm:pt>
    <dgm:pt modelId="{E7594162-83C9-437C-A828-B7908B99D434}" type="pres">
      <dgm:prSet presAssocID="{949A8E71-CD27-46BF-A1E1-B58C4BA225F7}" presName="parTx" presStyleLbl="revTx" presStyleIdx="0" presStyleCnt="3">
        <dgm:presLayoutVars>
          <dgm:chMax val="0"/>
          <dgm:chPref val="0"/>
        </dgm:presLayoutVars>
      </dgm:prSet>
      <dgm:spPr/>
    </dgm:pt>
    <dgm:pt modelId="{0958D1A3-43B0-4BA6-B528-D7BABBD54274}" type="pres">
      <dgm:prSet presAssocID="{0D68370D-FC6C-45F2-B59F-7229F695DE68}" presName="sibTrans" presStyleCnt="0"/>
      <dgm:spPr/>
    </dgm:pt>
    <dgm:pt modelId="{6D79BD0C-23F6-47AD-9548-5E9BF3302677}" type="pres">
      <dgm:prSet presAssocID="{5734782B-532E-49F1-931B-5319A807A0E1}" presName="compNode" presStyleCnt="0"/>
      <dgm:spPr/>
    </dgm:pt>
    <dgm:pt modelId="{1543800A-4C8C-43E4-BD91-2FB350FF572A}" type="pres">
      <dgm:prSet presAssocID="{5734782B-532E-49F1-931B-5319A807A0E1}" presName="bgRect" presStyleLbl="bgShp" presStyleIdx="1" presStyleCnt="3"/>
      <dgm:spPr/>
    </dgm:pt>
    <dgm:pt modelId="{AE638A21-B76D-47FC-89E8-D61FCB5CFE5B}" type="pres">
      <dgm:prSet presAssocID="{5734782B-532E-49F1-931B-5319A807A0E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F233917-CE2F-43D1-A5F4-DBC9425EAA3B}" type="pres">
      <dgm:prSet presAssocID="{5734782B-532E-49F1-931B-5319A807A0E1}" presName="spaceRect" presStyleCnt="0"/>
      <dgm:spPr/>
    </dgm:pt>
    <dgm:pt modelId="{0B0626CD-47A5-4A1D-8A0F-A3461BD3A692}" type="pres">
      <dgm:prSet presAssocID="{5734782B-532E-49F1-931B-5319A807A0E1}" presName="parTx" presStyleLbl="revTx" presStyleIdx="1" presStyleCnt="3">
        <dgm:presLayoutVars>
          <dgm:chMax val="0"/>
          <dgm:chPref val="0"/>
        </dgm:presLayoutVars>
      </dgm:prSet>
      <dgm:spPr/>
    </dgm:pt>
    <dgm:pt modelId="{00090842-FE21-4C98-8248-7272803CD703}" type="pres">
      <dgm:prSet presAssocID="{E895DA29-6D7A-4D18-A771-46DE2638D813}" presName="sibTrans" presStyleCnt="0"/>
      <dgm:spPr/>
    </dgm:pt>
    <dgm:pt modelId="{477FA098-B675-44EA-9195-DC4D8FB8F95A}" type="pres">
      <dgm:prSet presAssocID="{1142CF74-7BDB-4B72-B5C6-B4621C9B3CE1}" presName="compNode" presStyleCnt="0"/>
      <dgm:spPr/>
    </dgm:pt>
    <dgm:pt modelId="{1DCD8466-BC8C-42AB-A1CD-DD9DA7469795}" type="pres">
      <dgm:prSet presAssocID="{1142CF74-7BDB-4B72-B5C6-B4621C9B3CE1}" presName="bgRect" presStyleLbl="bgShp" presStyleIdx="2" presStyleCnt="3"/>
      <dgm:spPr/>
    </dgm:pt>
    <dgm:pt modelId="{C6ED54BD-A127-4D16-9C2F-0BCDEB102A34}" type="pres">
      <dgm:prSet presAssocID="{1142CF74-7BDB-4B72-B5C6-B4621C9B3CE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2A391593-6DA2-466B-AEAA-D552960DAEDB}" type="pres">
      <dgm:prSet presAssocID="{1142CF74-7BDB-4B72-B5C6-B4621C9B3CE1}" presName="spaceRect" presStyleCnt="0"/>
      <dgm:spPr/>
    </dgm:pt>
    <dgm:pt modelId="{57C48038-2847-4902-B158-0E1122A51334}" type="pres">
      <dgm:prSet presAssocID="{1142CF74-7BDB-4B72-B5C6-B4621C9B3C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342018-CCAA-44F1-9679-6EF29D515E85}" type="presOf" srcId="{5734782B-532E-49F1-931B-5319A807A0E1}" destId="{0B0626CD-47A5-4A1D-8A0F-A3461BD3A692}" srcOrd="0" destOrd="0" presId="urn:microsoft.com/office/officeart/2018/2/layout/IconVerticalSolidList"/>
    <dgm:cxn modelId="{9E457C24-2AC5-40F3-908C-E913ECDE52DD}" srcId="{9F6AF8AB-05A8-4900-8940-FC58907D7E8D}" destId="{1142CF74-7BDB-4B72-B5C6-B4621C9B3CE1}" srcOrd="2" destOrd="0" parTransId="{0DB5016C-51AF-4B89-87E7-DFEEA9AB2284}" sibTransId="{316011E9-1FCE-4C78-8128-ACB0AC2D0A6C}"/>
    <dgm:cxn modelId="{D3680341-E8D1-4F23-B2FC-CE16B5A5E684}" srcId="{9F6AF8AB-05A8-4900-8940-FC58907D7E8D}" destId="{949A8E71-CD27-46BF-A1E1-B58C4BA225F7}" srcOrd="0" destOrd="0" parTransId="{88B05FAA-D2F5-42A1-9051-406571F0FAB2}" sibTransId="{0D68370D-FC6C-45F2-B59F-7229F695DE68}"/>
    <dgm:cxn modelId="{FF2E7A75-7660-4CF8-94FB-CFF214EEA4C9}" type="presOf" srcId="{1142CF74-7BDB-4B72-B5C6-B4621C9B3CE1}" destId="{57C48038-2847-4902-B158-0E1122A51334}" srcOrd="0" destOrd="0" presId="urn:microsoft.com/office/officeart/2018/2/layout/IconVerticalSolidList"/>
    <dgm:cxn modelId="{5ADA72D2-39DB-44DA-86B2-68CCB86861AF}" type="presOf" srcId="{949A8E71-CD27-46BF-A1E1-B58C4BA225F7}" destId="{E7594162-83C9-437C-A828-B7908B99D434}" srcOrd="0" destOrd="0" presId="urn:microsoft.com/office/officeart/2018/2/layout/IconVerticalSolidList"/>
    <dgm:cxn modelId="{77278EE3-FE7C-4BB3-BD23-9C660ED590C3}" srcId="{9F6AF8AB-05A8-4900-8940-FC58907D7E8D}" destId="{5734782B-532E-49F1-931B-5319A807A0E1}" srcOrd="1" destOrd="0" parTransId="{71C09E9B-32CA-476F-97BB-966F53FAA68D}" sibTransId="{E895DA29-6D7A-4D18-A771-46DE2638D813}"/>
    <dgm:cxn modelId="{9359F5EA-D93E-42C3-AE35-CBD7CE2377D0}" type="presOf" srcId="{9F6AF8AB-05A8-4900-8940-FC58907D7E8D}" destId="{B6D35527-9509-4938-B0F8-728356555D68}" srcOrd="0" destOrd="0" presId="urn:microsoft.com/office/officeart/2018/2/layout/IconVerticalSolidList"/>
    <dgm:cxn modelId="{6EEBA1E6-AB28-4779-BB37-29E0F8EFE81B}" type="presParOf" srcId="{B6D35527-9509-4938-B0F8-728356555D68}" destId="{AE8A8BE9-06BF-4673-B452-81C080A3A3A8}" srcOrd="0" destOrd="0" presId="urn:microsoft.com/office/officeart/2018/2/layout/IconVerticalSolidList"/>
    <dgm:cxn modelId="{AA988891-C20B-4AFC-A3FA-48092AE05B2C}" type="presParOf" srcId="{AE8A8BE9-06BF-4673-B452-81C080A3A3A8}" destId="{EC10CBB1-8669-493C-8996-A0DFD97449C7}" srcOrd="0" destOrd="0" presId="urn:microsoft.com/office/officeart/2018/2/layout/IconVerticalSolidList"/>
    <dgm:cxn modelId="{0D9DD76D-4C1E-4706-A4C7-0B3EB218A9CD}" type="presParOf" srcId="{AE8A8BE9-06BF-4673-B452-81C080A3A3A8}" destId="{229112CC-908E-42B7-8E2B-D5B49FB041EC}" srcOrd="1" destOrd="0" presId="urn:microsoft.com/office/officeart/2018/2/layout/IconVerticalSolidList"/>
    <dgm:cxn modelId="{F5D64356-8D28-40A3-A311-91F256C93C4C}" type="presParOf" srcId="{AE8A8BE9-06BF-4673-B452-81C080A3A3A8}" destId="{F4C99D75-A845-4261-8E26-6F56E13B1531}" srcOrd="2" destOrd="0" presId="urn:microsoft.com/office/officeart/2018/2/layout/IconVerticalSolidList"/>
    <dgm:cxn modelId="{CF889A6D-9F1E-4BD3-9A36-08AD710FB963}" type="presParOf" srcId="{AE8A8BE9-06BF-4673-B452-81C080A3A3A8}" destId="{E7594162-83C9-437C-A828-B7908B99D434}" srcOrd="3" destOrd="0" presId="urn:microsoft.com/office/officeart/2018/2/layout/IconVerticalSolidList"/>
    <dgm:cxn modelId="{B061AD35-FD11-4D7E-96AB-350C0FD46BD7}" type="presParOf" srcId="{B6D35527-9509-4938-B0F8-728356555D68}" destId="{0958D1A3-43B0-4BA6-B528-D7BABBD54274}" srcOrd="1" destOrd="0" presId="urn:microsoft.com/office/officeart/2018/2/layout/IconVerticalSolidList"/>
    <dgm:cxn modelId="{5EA2BEC0-2689-402B-A798-97AD1ACAD219}" type="presParOf" srcId="{B6D35527-9509-4938-B0F8-728356555D68}" destId="{6D79BD0C-23F6-47AD-9548-5E9BF3302677}" srcOrd="2" destOrd="0" presId="urn:microsoft.com/office/officeart/2018/2/layout/IconVerticalSolidList"/>
    <dgm:cxn modelId="{0706B5AD-7B8D-4728-A12B-0BA984BA4C6A}" type="presParOf" srcId="{6D79BD0C-23F6-47AD-9548-5E9BF3302677}" destId="{1543800A-4C8C-43E4-BD91-2FB350FF572A}" srcOrd="0" destOrd="0" presId="urn:microsoft.com/office/officeart/2018/2/layout/IconVerticalSolidList"/>
    <dgm:cxn modelId="{B9B1AD0D-FCF6-4785-9526-ADBAA736E9B9}" type="presParOf" srcId="{6D79BD0C-23F6-47AD-9548-5E9BF3302677}" destId="{AE638A21-B76D-47FC-89E8-D61FCB5CFE5B}" srcOrd="1" destOrd="0" presId="urn:microsoft.com/office/officeart/2018/2/layout/IconVerticalSolidList"/>
    <dgm:cxn modelId="{B11A04F9-AB83-47B7-9E29-113C2F708387}" type="presParOf" srcId="{6D79BD0C-23F6-47AD-9548-5E9BF3302677}" destId="{AF233917-CE2F-43D1-A5F4-DBC9425EAA3B}" srcOrd="2" destOrd="0" presId="urn:microsoft.com/office/officeart/2018/2/layout/IconVerticalSolidList"/>
    <dgm:cxn modelId="{F9355C59-8941-4D91-A949-1DA5FC607889}" type="presParOf" srcId="{6D79BD0C-23F6-47AD-9548-5E9BF3302677}" destId="{0B0626CD-47A5-4A1D-8A0F-A3461BD3A692}" srcOrd="3" destOrd="0" presId="urn:microsoft.com/office/officeart/2018/2/layout/IconVerticalSolidList"/>
    <dgm:cxn modelId="{A7B8ACEF-0B91-4334-8771-460A714A77BA}" type="presParOf" srcId="{B6D35527-9509-4938-B0F8-728356555D68}" destId="{00090842-FE21-4C98-8248-7272803CD703}" srcOrd="3" destOrd="0" presId="urn:microsoft.com/office/officeart/2018/2/layout/IconVerticalSolidList"/>
    <dgm:cxn modelId="{8168F7EB-A5D8-4896-B634-BF67B4CA6BD9}" type="presParOf" srcId="{B6D35527-9509-4938-B0F8-728356555D68}" destId="{477FA098-B675-44EA-9195-DC4D8FB8F95A}" srcOrd="4" destOrd="0" presId="urn:microsoft.com/office/officeart/2018/2/layout/IconVerticalSolidList"/>
    <dgm:cxn modelId="{172CD06E-C06C-48AE-A067-8090A28DC166}" type="presParOf" srcId="{477FA098-B675-44EA-9195-DC4D8FB8F95A}" destId="{1DCD8466-BC8C-42AB-A1CD-DD9DA7469795}" srcOrd="0" destOrd="0" presId="urn:microsoft.com/office/officeart/2018/2/layout/IconVerticalSolidList"/>
    <dgm:cxn modelId="{1FC02DA0-6D92-4515-90B2-E349DBD37C00}" type="presParOf" srcId="{477FA098-B675-44EA-9195-DC4D8FB8F95A}" destId="{C6ED54BD-A127-4D16-9C2F-0BCDEB102A34}" srcOrd="1" destOrd="0" presId="urn:microsoft.com/office/officeart/2018/2/layout/IconVerticalSolidList"/>
    <dgm:cxn modelId="{FC3C07DC-9EAC-40CE-B7B1-FFDA56C2BBB6}" type="presParOf" srcId="{477FA098-B675-44EA-9195-DC4D8FB8F95A}" destId="{2A391593-6DA2-466B-AEAA-D552960DAEDB}" srcOrd="2" destOrd="0" presId="urn:microsoft.com/office/officeart/2018/2/layout/IconVerticalSolidList"/>
    <dgm:cxn modelId="{EDC906C9-706D-4270-8F92-037D0EB297B3}" type="presParOf" srcId="{477FA098-B675-44EA-9195-DC4D8FB8F95A}" destId="{57C48038-2847-4902-B158-0E1122A513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613EEA-D0EF-41B4-8167-29424659CC72}" type="doc">
      <dgm:prSet loTypeId="urn:microsoft.com/office/officeart/2018/5/layout/IconLeaf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36CDA4-7809-444F-BCC8-2CB624CBD9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Automate building, testing, and deployment</a:t>
          </a:r>
        </a:p>
      </dgm:t>
    </dgm:pt>
    <dgm:pt modelId="{E10E2DA0-1F22-4BDA-AE22-E76EB92F8EED}" type="parTrans" cxnId="{41B39DB9-69ED-4B91-A093-B193410E107B}">
      <dgm:prSet/>
      <dgm:spPr/>
      <dgm:t>
        <a:bodyPr/>
        <a:lstStyle/>
        <a:p>
          <a:endParaRPr lang="en-US"/>
        </a:p>
      </dgm:t>
    </dgm:pt>
    <dgm:pt modelId="{8BDD65CB-79C7-45E9-A73E-8BE00E29A7C9}" type="sibTrans" cxnId="{41B39DB9-69ED-4B91-A093-B193410E107B}">
      <dgm:prSet/>
      <dgm:spPr/>
      <dgm:t>
        <a:bodyPr/>
        <a:lstStyle/>
        <a:p>
          <a:endParaRPr lang="en-US"/>
        </a:p>
      </dgm:t>
    </dgm:pt>
    <dgm:pt modelId="{B0E81F5B-5A7C-405B-8F3D-3896CD520F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Integrate development operations</a:t>
          </a:r>
        </a:p>
      </dgm:t>
    </dgm:pt>
    <dgm:pt modelId="{C275C480-4001-4085-B2A2-E044866B17CD}" type="parTrans" cxnId="{6322974F-F416-473E-B104-D7A64FA57045}">
      <dgm:prSet/>
      <dgm:spPr/>
      <dgm:t>
        <a:bodyPr/>
        <a:lstStyle/>
        <a:p>
          <a:endParaRPr lang="en-US"/>
        </a:p>
      </dgm:t>
    </dgm:pt>
    <dgm:pt modelId="{EBE7C1A0-F7AC-47F6-BCB0-61D75F1B3707}" type="sibTrans" cxnId="{6322974F-F416-473E-B104-D7A64FA57045}">
      <dgm:prSet/>
      <dgm:spPr/>
      <dgm:t>
        <a:bodyPr/>
        <a:lstStyle/>
        <a:p>
          <a:endParaRPr lang="en-US"/>
        </a:p>
      </dgm:t>
    </dgm:pt>
    <dgm:pt modelId="{68F51606-7E19-462B-96A6-62875FFB21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Make smaller, more frequent changes</a:t>
          </a:r>
        </a:p>
      </dgm:t>
    </dgm:pt>
    <dgm:pt modelId="{64F8D21D-0C52-4B4E-AE08-6A01DE669AEC}" type="parTrans" cxnId="{8B6CD3DF-B123-452A-A275-CEBC969894D1}">
      <dgm:prSet/>
      <dgm:spPr/>
      <dgm:t>
        <a:bodyPr/>
        <a:lstStyle/>
        <a:p>
          <a:endParaRPr lang="en-US"/>
        </a:p>
      </dgm:t>
    </dgm:pt>
    <dgm:pt modelId="{D25ABBC4-B094-4ED3-9C91-C0AA021F368F}" type="sibTrans" cxnId="{8B6CD3DF-B123-452A-A275-CEBC969894D1}">
      <dgm:prSet/>
      <dgm:spPr/>
      <dgm:t>
        <a:bodyPr/>
        <a:lstStyle/>
        <a:p>
          <a:endParaRPr lang="en-US"/>
        </a:p>
      </dgm:t>
    </dgm:pt>
    <dgm:pt modelId="{252161A3-4573-4DE6-BE43-A50432D73D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problems quickly and receive feedback sooner</a:t>
          </a:r>
        </a:p>
      </dgm:t>
    </dgm:pt>
    <dgm:pt modelId="{244FAAE1-21CD-4050-A691-86D6AC5646EE}" type="parTrans" cxnId="{89DD0FE9-04FB-46A4-8688-5C6E854FA35A}">
      <dgm:prSet/>
      <dgm:spPr/>
      <dgm:t>
        <a:bodyPr/>
        <a:lstStyle/>
        <a:p>
          <a:endParaRPr lang="en-US"/>
        </a:p>
      </dgm:t>
    </dgm:pt>
    <dgm:pt modelId="{F647FA85-07F7-4691-BE26-C308E5B26108}" type="sibTrans" cxnId="{89DD0FE9-04FB-46A4-8688-5C6E854FA35A}">
      <dgm:prSet/>
      <dgm:spPr/>
      <dgm:t>
        <a:bodyPr/>
        <a:lstStyle/>
        <a:p>
          <a:endParaRPr lang="en-US"/>
        </a:p>
      </dgm:t>
    </dgm:pt>
    <dgm:pt modelId="{DACAE93D-4A63-4DE4-A7B0-A6E651DEBE7C}" type="pres">
      <dgm:prSet presAssocID="{96613EEA-D0EF-41B4-8167-29424659CC72}" presName="root" presStyleCnt="0">
        <dgm:presLayoutVars>
          <dgm:dir/>
          <dgm:resizeHandles val="exact"/>
        </dgm:presLayoutVars>
      </dgm:prSet>
      <dgm:spPr/>
    </dgm:pt>
    <dgm:pt modelId="{9E182AED-EB0C-4E9B-8F45-9E3F2225123D}" type="pres">
      <dgm:prSet presAssocID="{DC36CDA4-7809-444F-BCC8-2CB624CBD96E}" presName="compNode" presStyleCnt="0"/>
      <dgm:spPr/>
    </dgm:pt>
    <dgm:pt modelId="{E62A69D3-3404-49DA-96BC-B62AF1B874C1}" type="pres">
      <dgm:prSet presAssocID="{DC36CDA4-7809-444F-BCC8-2CB624CBD96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55217CC-5501-43C6-902A-6A5FDE0F271C}" type="pres">
      <dgm:prSet presAssocID="{DC36CDA4-7809-444F-BCC8-2CB624CBD96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E37559A-2949-4B12-979D-C197602CD634}" type="pres">
      <dgm:prSet presAssocID="{DC36CDA4-7809-444F-BCC8-2CB624CBD96E}" presName="spaceRect" presStyleCnt="0"/>
      <dgm:spPr/>
    </dgm:pt>
    <dgm:pt modelId="{2EDC70D4-DF67-40A2-9397-658CA7BE730E}" type="pres">
      <dgm:prSet presAssocID="{DC36CDA4-7809-444F-BCC8-2CB624CBD96E}" presName="textRect" presStyleLbl="revTx" presStyleIdx="0" presStyleCnt="4">
        <dgm:presLayoutVars>
          <dgm:chMax val="1"/>
          <dgm:chPref val="1"/>
        </dgm:presLayoutVars>
      </dgm:prSet>
      <dgm:spPr/>
    </dgm:pt>
    <dgm:pt modelId="{7B945A30-EE79-47A4-95F2-106D84468907}" type="pres">
      <dgm:prSet presAssocID="{8BDD65CB-79C7-45E9-A73E-8BE00E29A7C9}" presName="sibTrans" presStyleCnt="0"/>
      <dgm:spPr/>
    </dgm:pt>
    <dgm:pt modelId="{E0B04C0C-1A0E-4C59-BA29-42DC878310D7}" type="pres">
      <dgm:prSet presAssocID="{B0E81F5B-5A7C-405B-8F3D-3896CD520FAC}" presName="compNode" presStyleCnt="0"/>
      <dgm:spPr/>
    </dgm:pt>
    <dgm:pt modelId="{A91416F7-ED82-4CCC-A3F5-B903C02E318D}" type="pres">
      <dgm:prSet presAssocID="{B0E81F5B-5A7C-405B-8F3D-3896CD520FA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46DA49D-F6BC-4D33-9488-A2E38227F24E}" type="pres">
      <dgm:prSet presAssocID="{B0E81F5B-5A7C-405B-8F3D-3896CD520FA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633A1E-A80B-48F1-A387-5C0828AD3BE4}" type="pres">
      <dgm:prSet presAssocID="{B0E81F5B-5A7C-405B-8F3D-3896CD520FAC}" presName="spaceRect" presStyleCnt="0"/>
      <dgm:spPr/>
    </dgm:pt>
    <dgm:pt modelId="{18B6268B-F5CC-442F-B71E-E779EBC005AD}" type="pres">
      <dgm:prSet presAssocID="{B0E81F5B-5A7C-405B-8F3D-3896CD520FAC}" presName="textRect" presStyleLbl="revTx" presStyleIdx="1" presStyleCnt="4">
        <dgm:presLayoutVars>
          <dgm:chMax val="1"/>
          <dgm:chPref val="1"/>
        </dgm:presLayoutVars>
      </dgm:prSet>
      <dgm:spPr/>
    </dgm:pt>
    <dgm:pt modelId="{2DFA0086-6417-4617-9885-9982A51B73B1}" type="pres">
      <dgm:prSet presAssocID="{EBE7C1A0-F7AC-47F6-BCB0-61D75F1B3707}" presName="sibTrans" presStyleCnt="0"/>
      <dgm:spPr/>
    </dgm:pt>
    <dgm:pt modelId="{437F1CDB-F823-43EF-B732-2F98C524D622}" type="pres">
      <dgm:prSet presAssocID="{68F51606-7E19-462B-96A6-62875FFB217A}" presName="compNode" presStyleCnt="0"/>
      <dgm:spPr/>
    </dgm:pt>
    <dgm:pt modelId="{6539AD6D-C131-482E-87A1-F47FE87088CF}" type="pres">
      <dgm:prSet presAssocID="{68F51606-7E19-462B-96A6-62875FFB217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3A9FE4B-3359-4D39-975E-F4E1259881FA}" type="pres">
      <dgm:prSet presAssocID="{68F51606-7E19-462B-96A6-62875FFB217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A766CA81-A46C-42AD-B983-8A1B4E35CF90}" type="pres">
      <dgm:prSet presAssocID="{68F51606-7E19-462B-96A6-62875FFB217A}" presName="spaceRect" presStyleCnt="0"/>
      <dgm:spPr/>
    </dgm:pt>
    <dgm:pt modelId="{0FB6BA02-19BA-4EA6-B323-A2184D8DAA24}" type="pres">
      <dgm:prSet presAssocID="{68F51606-7E19-462B-96A6-62875FFB217A}" presName="textRect" presStyleLbl="revTx" presStyleIdx="2" presStyleCnt="4">
        <dgm:presLayoutVars>
          <dgm:chMax val="1"/>
          <dgm:chPref val="1"/>
        </dgm:presLayoutVars>
      </dgm:prSet>
      <dgm:spPr/>
    </dgm:pt>
    <dgm:pt modelId="{8038574B-4277-41E3-BBFC-3DCF6F11D7B4}" type="pres">
      <dgm:prSet presAssocID="{D25ABBC4-B094-4ED3-9C91-C0AA021F368F}" presName="sibTrans" presStyleCnt="0"/>
      <dgm:spPr/>
    </dgm:pt>
    <dgm:pt modelId="{AD421C75-8AFA-4C7F-BC7C-52FA9684B5C2}" type="pres">
      <dgm:prSet presAssocID="{252161A3-4573-4DE6-BE43-A50432D73DAC}" presName="compNode" presStyleCnt="0"/>
      <dgm:spPr/>
    </dgm:pt>
    <dgm:pt modelId="{2E09798B-97D7-48A8-BE97-083F873AC5AA}" type="pres">
      <dgm:prSet presAssocID="{252161A3-4573-4DE6-BE43-A50432D73DAC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D1777CB-8C47-4372-B209-77BAA55CFFC8}" type="pres">
      <dgm:prSet presAssocID="{252161A3-4573-4DE6-BE43-A50432D73DA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A2D94C3-BD3A-43A6-AF4A-1A3A889EA073}" type="pres">
      <dgm:prSet presAssocID="{252161A3-4573-4DE6-BE43-A50432D73DAC}" presName="spaceRect" presStyleCnt="0"/>
      <dgm:spPr/>
    </dgm:pt>
    <dgm:pt modelId="{AADF943A-C015-492E-99A0-64F84BDB1073}" type="pres">
      <dgm:prSet presAssocID="{252161A3-4573-4DE6-BE43-A50432D73DA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0C15219-E73D-4933-A269-A9AAAFD06636}" type="presOf" srcId="{96613EEA-D0EF-41B4-8167-29424659CC72}" destId="{DACAE93D-4A63-4DE4-A7B0-A6E651DEBE7C}" srcOrd="0" destOrd="0" presId="urn:microsoft.com/office/officeart/2018/5/layout/IconLeafLabelList"/>
    <dgm:cxn modelId="{6322974F-F416-473E-B104-D7A64FA57045}" srcId="{96613EEA-D0EF-41B4-8167-29424659CC72}" destId="{B0E81F5B-5A7C-405B-8F3D-3896CD520FAC}" srcOrd="1" destOrd="0" parTransId="{C275C480-4001-4085-B2A2-E044866B17CD}" sibTransId="{EBE7C1A0-F7AC-47F6-BCB0-61D75F1B3707}"/>
    <dgm:cxn modelId="{29FC9079-2469-4A08-8E53-E37F1C1A7EBE}" type="presOf" srcId="{B0E81F5B-5A7C-405B-8F3D-3896CD520FAC}" destId="{18B6268B-F5CC-442F-B71E-E779EBC005AD}" srcOrd="0" destOrd="0" presId="urn:microsoft.com/office/officeart/2018/5/layout/IconLeafLabelList"/>
    <dgm:cxn modelId="{6CBDDB8B-D924-413B-9C7D-4ECEC024E1EE}" type="presOf" srcId="{DC36CDA4-7809-444F-BCC8-2CB624CBD96E}" destId="{2EDC70D4-DF67-40A2-9397-658CA7BE730E}" srcOrd="0" destOrd="0" presId="urn:microsoft.com/office/officeart/2018/5/layout/IconLeafLabelList"/>
    <dgm:cxn modelId="{0475DC96-B9CA-4166-8FCB-A2B46867B432}" type="presOf" srcId="{252161A3-4573-4DE6-BE43-A50432D73DAC}" destId="{AADF943A-C015-492E-99A0-64F84BDB1073}" srcOrd="0" destOrd="0" presId="urn:microsoft.com/office/officeart/2018/5/layout/IconLeafLabelList"/>
    <dgm:cxn modelId="{41B39DB9-69ED-4B91-A093-B193410E107B}" srcId="{96613EEA-D0EF-41B4-8167-29424659CC72}" destId="{DC36CDA4-7809-444F-BCC8-2CB624CBD96E}" srcOrd="0" destOrd="0" parTransId="{E10E2DA0-1F22-4BDA-AE22-E76EB92F8EED}" sibTransId="{8BDD65CB-79C7-45E9-A73E-8BE00E29A7C9}"/>
    <dgm:cxn modelId="{7D63A4D2-CEEE-4EF2-9A4D-1C6B9964D839}" type="presOf" srcId="{68F51606-7E19-462B-96A6-62875FFB217A}" destId="{0FB6BA02-19BA-4EA6-B323-A2184D8DAA24}" srcOrd="0" destOrd="0" presId="urn:microsoft.com/office/officeart/2018/5/layout/IconLeafLabelList"/>
    <dgm:cxn modelId="{8B6CD3DF-B123-452A-A275-CEBC969894D1}" srcId="{96613EEA-D0EF-41B4-8167-29424659CC72}" destId="{68F51606-7E19-462B-96A6-62875FFB217A}" srcOrd="2" destOrd="0" parTransId="{64F8D21D-0C52-4B4E-AE08-6A01DE669AEC}" sibTransId="{D25ABBC4-B094-4ED3-9C91-C0AA021F368F}"/>
    <dgm:cxn modelId="{89DD0FE9-04FB-46A4-8688-5C6E854FA35A}" srcId="{96613EEA-D0EF-41B4-8167-29424659CC72}" destId="{252161A3-4573-4DE6-BE43-A50432D73DAC}" srcOrd="3" destOrd="0" parTransId="{244FAAE1-21CD-4050-A691-86D6AC5646EE}" sibTransId="{F647FA85-07F7-4691-BE26-C308E5B26108}"/>
    <dgm:cxn modelId="{FBE1B7C3-BB4C-48B4-9B12-C42C8FAC47C8}" type="presParOf" srcId="{DACAE93D-4A63-4DE4-A7B0-A6E651DEBE7C}" destId="{9E182AED-EB0C-4E9B-8F45-9E3F2225123D}" srcOrd="0" destOrd="0" presId="urn:microsoft.com/office/officeart/2018/5/layout/IconLeafLabelList"/>
    <dgm:cxn modelId="{A1A41383-BBC7-4BD0-8285-E4708CF3EE2B}" type="presParOf" srcId="{9E182AED-EB0C-4E9B-8F45-9E3F2225123D}" destId="{E62A69D3-3404-49DA-96BC-B62AF1B874C1}" srcOrd="0" destOrd="0" presId="urn:microsoft.com/office/officeart/2018/5/layout/IconLeafLabelList"/>
    <dgm:cxn modelId="{542366F4-98FD-4507-AD3E-5130A2163EBC}" type="presParOf" srcId="{9E182AED-EB0C-4E9B-8F45-9E3F2225123D}" destId="{155217CC-5501-43C6-902A-6A5FDE0F271C}" srcOrd="1" destOrd="0" presId="urn:microsoft.com/office/officeart/2018/5/layout/IconLeafLabelList"/>
    <dgm:cxn modelId="{1BB71499-6594-478D-AD88-324AFF9B50F2}" type="presParOf" srcId="{9E182AED-EB0C-4E9B-8F45-9E3F2225123D}" destId="{9E37559A-2949-4B12-979D-C197602CD634}" srcOrd="2" destOrd="0" presId="urn:microsoft.com/office/officeart/2018/5/layout/IconLeafLabelList"/>
    <dgm:cxn modelId="{EC3D4936-9F05-4DDC-B8DD-E6870E8AA45C}" type="presParOf" srcId="{9E182AED-EB0C-4E9B-8F45-9E3F2225123D}" destId="{2EDC70D4-DF67-40A2-9397-658CA7BE730E}" srcOrd="3" destOrd="0" presId="urn:microsoft.com/office/officeart/2018/5/layout/IconLeafLabelList"/>
    <dgm:cxn modelId="{F9B109D3-5D15-471C-B29A-7AECD48BC1B9}" type="presParOf" srcId="{DACAE93D-4A63-4DE4-A7B0-A6E651DEBE7C}" destId="{7B945A30-EE79-47A4-95F2-106D84468907}" srcOrd="1" destOrd="0" presId="urn:microsoft.com/office/officeart/2018/5/layout/IconLeafLabelList"/>
    <dgm:cxn modelId="{CFD87A7D-AFF2-4D7E-B097-0C91735CFB54}" type="presParOf" srcId="{DACAE93D-4A63-4DE4-A7B0-A6E651DEBE7C}" destId="{E0B04C0C-1A0E-4C59-BA29-42DC878310D7}" srcOrd="2" destOrd="0" presId="urn:microsoft.com/office/officeart/2018/5/layout/IconLeafLabelList"/>
    <dgm:cxn modelId="{9DE009D8-52E3-4CD6-8245-C0E08A071608}" type="presParOf" srcId="{E0B04C0C-1A0E-4C59-BA29-42DC878310D7}" destId="{A91416F7-ED82-4CCC-A3F5-B903C02E318D}" srcOrd="0" destOrd="0" presId="urn:microsoft.com/office/officeart/2018/5/layout/IconLeafLabelList"/>
    <dgm:cxn modelId="{773D4CF7-4839-4DE2-BCC2-0C9457892094}" type="presParOf" srcId="{E0B04C0C-1A0E-4C59-BA29-42DC878310D7}" destId="{D46DA49D-F6BC-4D33-9488-A2E38227F24E}" srcOrd="1" destOrd="0" presId="urn:microsoft.com/office/officeart/2018/5/layout/IconLeafLabelList"/>
    <dgm:cxn modelId="{1963C00F-4B22-4272-8208-BDF784F123BD}" type="presParOf" srcId="{E0B04C0C-1A0E-4C59-BA29-42DC878310D7}" destId="{80633A1E-A80B-48F1-A387-5C0828AD3BE4}" srcOrd="2" destOrd="0" presId="urn:microsoft.com/office/officeart/2018/5/layout/IconLeafLabelList"/>
    <dgm:cxn modelId="{390A52EE-6B17-44AA-BF17-A6E84FE024CC}" type="presParOf" srcId="{E0B04C0C-1A0E-4C59-BA29-42DC878310D7}" destId="{18B6268B-F5CC-442F-B71E-E779EBC005AD}" srcOrd="3" destOrd="0" presId="urn:microsoft.com/office/officeart/2018/5/layout/IconLeafLabelList"/>
    <dgm:cxn modelId="{8C06FEEE-052F-434F-8950-F45923266F8E}" type="presParOf" srcId="{DACAE93D-4A63-4DE4-A7B0-A6E651DEBE7C}" destId="{2DFA0086-6417-4617-9885-9982A51B73B1}" srcOrd="3" destOrd="0" presId="urn:microsoft.com/office/officeart/2018/5/layout/IconLeafLabelList"/>
    <dgm:cxn modelId="{29D5E80D-3F7D-472D-A03D-BDB4617DA50A}" type="presParOf" srcId="{DACAE93D-4A63-4DE4-A7B0-A6E651DEBE7C}" destId="{437F1CDB-F823-43EF-B732-2F98C524D622}" srcOrd="4" destOrd="0" presId="urn:microsoft.com/office/officeart/2018/5/layout/IconLeafLabelList"/>
    <dgm:cxn modelId="{B44AD54E-686E-4B22-8FC5-C0EA627D6FDB}" type="presParOf" srcId="{437F1CDB-F823-43EF-B732-2F98C524D622}" destId="{6539AD6D-C131-482E-87A1-F47FE87088CF}" srcOrd="0" destOrd="0" presId="urn:microsoft.com/office/officeart/2018/5/layout/IconLeafLabelList"/>
    <dgm:cxn modelId="{CCBFF9EB-C5E3-450D-BC68-8EC3146A49AA}" type="presParOf" srcId="{437F1CDB-F823-43EF-B732-2F98C524D622}" destId="{53A9FE4B-3359-4D39-975E-F4E1259881FA}" srcOrd="1" destOrd="0" presId="urn:microsoft.com/office/officeart/2018/5/layout/IconLeafLabelList"/>
    <dgm:cxn modelId="{6188F912-1A4C-4599-89ED-9206C9C0F0CF}" type="presParOf" srcId="{437F1CDB-F823-43EF-B732-2F98C524D622}" destId="{A766CA81-A46C-42AD-B983-8A1B4E35CF90}" srcOrd="2" destOrd="0" presId="urn:microsoft.com/office/officeart/2018/5/layout/IconLeafLabelList"/>
    <dgm:cxn modelId="{CD6BA517-7FBF-433D-A278-55B79DD75E86}" type="presParOf" srcId="{437F1CDB-F823-43EF-B732-2F98C524D622}" destId="{0FB6BA02-19BA-4EA6-B323-A2184D8DAA24}" srcOrd="3" destOrd="0" presId="urn:microsoft.com/office/officeart/2018/5/layout/IconLeafLabelList"/>
    <dgm:cxn modelId="{58A417B5-DDED-45B3-BE78-C7285579F3E7}" type="presParOf" srcId="{DACAE93D-4A63-4DE4-A7B0-A6E651DEBE7C}" destId="{8038574B-4277-41E3-BBFC-3DCF6F11D7B4}" srcOrd="5" destOrd="0" presId="urn:microsoft.com/office/officeart/2018/5/layout/IconLeafLabelList"/>
    <dgm:cxn modelId="{FCC7005F-EE2A-4718-AB1E-76FB3C35CC83}" type="presParOf" srcId="{DACAE93D-4A63-4DE4-A7B0-A6E651DEBE7C}" destId="{AD421C75-8AFA-4C7F-BC7C-52FA9684B5C2}" srcOrd="6" destOrd="0" presId="urn:microsoft.com/office/officeart/2018/5/layout/IconLeafLabelList"/>
    <dgm:cxn modelId="{A74CA8E8-407B-4078-888E-00AEC6553AEB}" type="presParOf" srcId="{AD421C75-8AFA-4C7F-BC7C-52FA9684B5C2}" destId="{2E09798B-97D7-48A8-BE97-083F873AC5AA}" srcOrd="0" destOrd="0" presId="urn:microsoft.com/office/officeart/2018/5/layout/IconLeafLabelList"/>
    <dgm:cxn modelId="{2452D892-4769-49F0-8007-D20B263FA4EA}" type="presParOf" srcId="{AD421C75-8AFA-4C7F-BC7C-52FA9684B5C2}" destId="{8D1777CB-8C47-4372-B209-77BAA55CFFC8}" srcOrd="1" destOrd="0" presId="urn:microsoft.com/office/officeart/2018/5/layout/IconLeafLabelList"/>
    <dgm:cxn modelId="{90F6286D-490B-4DC0-A20A-F655DEC4E44D}" type="presParOf" srcId="{AD421C75-8AFA-4C7F-BC7C-52FA9684B5C2}" destId="{1A2D94C3-BD3A-43A6-AF4A-1A3A889EA073}" srcOrd="2" destOrd="0" presId="urn:microsoft.com/office/officeart/2018/5/layout/IconLeafLabelList"/>
    <dgm:cxn modelId="{AB53BD4F-A28A-4DC9-B083-4539878B6969}" type="presParOf" srcId="{AD421C75-8AFA-4C7F-BC7C-52FA9684B5C2}" destId="{AADF943A-C015-492E-99A0-64F84BDB107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AB7D83-71B9-4F48-8B4F-31DF15C48A9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CA9C9C5-E523-4F94-ACE7-0EAFE3F4EC94}">
      <dgm:prSet/>
      <dgm:spPr/>
      <dgm:t>
        <a:bodyPr/>
        <a:lstStyle/>
        <a:p>
          <a:r>
            <a:rPr lang="en-US"/>
            <a:t>Earlier delivery of features and updates</a:t>
          </a:r>
        </a:p>
      </dgm:t>
    </dgm:pt>
    <dgm:pt modelId="{4630FCD0-723C-48A2-95C8-55D7FD80DDE7}" type="parTrans" cxnId="{566839E6-5B0A-48D2-8FF0-95C8EDF86CC2}">
      <dgm:prSet/>
      <dgm:spPr/>
      <dgm:t>
        <a:bodyPr/>
        <a:lstStyle/>
        <a:p>
          <a:endParaRPr lang="en-US"/>
        </a:p>
      </dgm:t>
    </dgm:pt>
    <dgm:pt modelId="{08FCD0BA-A9F2-4371-A9B9-9D9B33D7AC5E}" type="sibTrans" cxnId="{566839E6-5B0A-48D2-8FF0-95C8EDF86CC2}">
      <dgm:prSet/>
      <dgm:spPr/>
      <dgm:t>
        <a:bodyPr/>
        <a:lstStyle/>
        <a:p>
          <a:endParaRPr lang="en-US"/>
        </a:p>
      </dgm:t>
    </dgm:pt>
    <dgm:pt modelId="{48967397-F069-4472-BC96-FBE093E78850}">
      <dgm:prSet/>
      <dgm:spPr/>
      <dgm:t>
        <a:bodyPr/>
        <a:lstStyle/>
        <a:p>
          <a:r>
            <a:rPr lang="en-US"/>
            <a:t>Earlier feedback leading to earlier fixes</a:t>
          </a:r>
        </a:p>
      </dgm:t>
    </dgm:pt>
    <dgm:pt modelId="{1781B7DD-7E96-4DB0-9D15-91F64FAF6201}" type="parTrans" cxnId="{B880D396-CE5E-43D4-BC29-4698466F2F6D}">
      <dgm:prSet/>
      <dgm:spPr/>
      <dgm:t>
        <a:bodyPr/>
        <a:lstStyle/>
        <a:p>
          <a:endParaRPr lang="en-US"/>
        </a:p>
      </dgm:t>
    </dgm:pt>
    <dgm:pt modelId="{FEF3A699-8583-4E02-B833-3E58241C9359}" type="sibTrans" cxnId="{B880D396-CE5E-43D4-BC29-4698466F2F6D}">
      <dgm:prSet/>
      <dgm:spPr/>
      <dgm:t>
        <a:bodyPr/>
        <a:lstStyle/>
        <a:p>
          <a:endParaRPr lang="en-US"/>
        </a:p>
      </dgm:t>
    </dgm:pt>
    <dgm:pt modelId="{827A6880-BA7A-4DEE-B88A-4B2583070BFD}">
      <dgm:prSet/>
      <dgm:spPr/>
      <dgm:t>
        <a:bodyPr/>
        <a:lstStyle/>
        <a:p>
          <a:r>
            <a:rPr lang="en-US"/>
            <a:t>Smaller changes are easier to troubleshoot</a:t>
          </a:r>
        </a:p>
      </dgm:t>
    </dgm:pt>
    <dgm:pt modelId="{4A926DE1-72F4-4613-BF22-94560E4D3805}" type="parTrans" cxnId="{C0B4585D-EAC0-4AAB-B3FB-91F70FF27C54}">
      <dgm:prSet/>
      <dgm:spPr/>
      <dgm:t>
        <a:bodyPr/>
        <a:lstStyle/>
        <a:p>
          <a:endParaRPr lang="en-US"/>
        </a:p>
      </dgm:t>
    </dgm:pt>
    <dgm:pt modelId="{AC527855-1538-4DFF-A084-88CD52D61FFB}" type="sibTrans" cxnId="{C0B4585D-EAC0-4AAB-B3FB-91F70FF27C54}">
      <dgm:prSet/>
      <dgm:spPr/>
      <dgm:t>
        <a:bodyPr/>
        <a:lstStyle/>
        <a:p>
          <a:endParaRPr lang="en-US"/>
        </a:p>
      </dgm:t>
    </dgm:pt>
    <dgm:pt modelId="{A0B6E32E-F03C-423C-9830-37E0BE6CE8AC}">
      <dgm:prSet/>
      <dgm:spPr/>
      <dgm:t>
        <a:bodyPr/>
        <a:lstStyle/>
        <a:p>
          <a:r>
            <a:rPr lang="en-US"/>
            <a:t>Faster recovery through appropriate testing and monitoring</a:t>
          </a:r>
        </a:p>
      </dgm:t>
    </dgm:pt>
    <dgm:pt modelId="{862ADE0F-68A7-482E-A9F2-139C93C1C451}" type="parTrans" cxnId="{FD79B64A-5700-4EE2-8CAE-7F7BF54AC4DA}">
      <dgm:prSet/>
      <dgm:spPr/>
      <dgm:t>
        <a:bodyPr/>
        <a:lstStyle/>
        <a:p>
          <a:endParaRPr lang="en-US"/>
        </a:p>
      </dgm:t>
    </dgm:pt>
    <dgm:pt modelId="{4665CC54-807B-4A9D-972B-5626A6E273E6}" type="sibTrans" cxnId="{FD79B64A-5700-4EE2-8CAE-7F7BF54AC4DA}">
      <dgm:prSet/>
      <dgm:spPr/>
      <dgm:t>
        <a:bodyPr/>
        <a:lstStyle/>
        <a:p>
          <a:endParaRPr lang="en-US"/>
        </a:p>
      </dgm:t>
    </dgm:pt>
    <dgm:pt modelId="{8BEB520D-1318-4B83-8396-E1279EBBB318}" type="pres">
      <dgm:prSet presAssocID="{5BAB7D83-71B9-4F48-8B4F-31DF15C48A95}" presName="root" presStyleCnt="0">
        <dgm:presLayoutVars>
          <dgm:dir/>
          <dgm:resizeHandles val="exact"/>
        </dgm:presLayoutVars>
      </dgm:prSet>
      <dgm:spPr/>
    </dgm:pt>
    <dgm:pt modelId="{A3DF5095-CB5F-49B7-B572-CC41F192EED4}" type="pres">
      <dgm:prSet presAssocID="{5BAB7D83-71B9-4F48-8B4F-31DF15C48A95}" presName="container" presStyleCnt="0">
        <dgm:presLayoutVars>
          <dgm:dir/>
          <dgm:resizeHandles val="exact"/>
        </dgm:presLayoutVars>
      </dgm:prSet>
      <dgm:spPr/>
    </dgm:pt>
    <dgm:pt modelId="{FC098B78-6B61-4273-B74B-82C38467E690}" type="pres">
      <dgm:prSet presAssocID="{6CA9C9C5-E523-4F94-ACE7-0EAFE3F4EC94}" presName="compNode" presStyleCnt="0"/>
      <dgm:spPr/>
    </dgm:pt>
    <dgm:pt modelId="{41B6D0D4-9178-4C71-B264-BADC15CBC460}" type="pres">
      <dgm:prSet presAssocID="{6CA9C9C5-E523-4F94-ACE7-0EAFE3F4EC94}" presName="iconBgRect" presStyleLbl="bgShp" presStyleIdx="0" presStyleCnt="4"/>
      <dgm:spPr/>
    </dgm:pt>
    <dgm:pt modelId="{B839B7D3-62F8-444E-8855-B1F1641EEA30}" type="pres">
      <dgm:prSet presAssocID="{6CA9C9C5-E523-4F94-ACE7-0EAFE3F4EC9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A5FCBFD-8F92-4770-8FB2-3DCB3EB9F1CA}" type="pres">
      <dgm:prSet presAssocID="{6CA9C9C5-E523-4F94-ACE7-0EAFE3F4EC94}" presName="spaceRect" presStyleCnt="0"/>
      <dgm:spPr/>
    </dgm:pt>
    <dgm:pt modelId="{32A7AEEE-2A50-4314-95F8-13D491AEF40C}" type="pres">
      <dgm:prSet presAssocID="{6CA9C9C5-E523-4F94-ACE7-0EAFE3F4EC94}" presName="textRect" presStyleLbl="revTx" presStyleIdx="0" presStyleCnt="4">
        <dgm:presLayoutVars>
          <dgm:chMax val="1"/>
          <dgm:chPref val="1"/>
        </dgm:presLayoutVars>
      </dgm:prSet>
      <dgm:spPr/>
    </dgm:pt>
    <dgm:pt modelId="{2AE8E8CF-8D2C-4C5A-9EE7-3F95CCE00D79}" type="pres">
      <dgm:prSet presAssocID="{08FCD0BA-A9F2-4371-A9B9-9D9B33D7AC5E}" presName="sibTrans" presStyleLbl="sibTrans2D1" presStyleIdx="0" presStyleCnt="0"/>
      <dgm:spPr/>
    </dgm:pt>
    <dgm:pt modelId="{9C0136B3-DD39-4B6C-AF12-76B248F802ED}" type="pres">
      <dgm:prSet presAssocID="{48967397-F069-4472-BC96-FBE093E78850}" presName="compNode" presStyleCnt="0"/>
      <dgm:spPr/>
    </dgm:pt>
    <dgm:pt modelId="{FCC1CB79-4042-45C3-8C2D-B50140DF4FDC}" type="pres">
      <dgm:prSet presAssocID="{48967397-F069-4472-BC96-FBE093E78850}" presName="iconBgRect" presStyleLbl="bgShp" presStyleIdx="1" presStyleCnt="4"/>
      <dgm:spPr/>
    </dgm:pt>
    <dgm:pt modelId="{CFC68FD0-915B-416C-B32B-E1082DC572BF}" type="pres">
      <dgm:prSet presAssocID="{48967397-F069-4472-BC96-FBE093E7885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F61E12C-32E2-4CFB-A9B3-9B3A51088407}" type="pres">
      <dgm:prSet presAssocID="{48967397-F069-4472-BC96-FBE093E78850}" presName="spaceRect" presStyleCnt="0"/>
      <dgm:spPr/>
    </dgm:pt>
    <dgm:pt modelId="{5CC2A029-ACD7-47F8-B74D-F85F72B367E6}" type="pres">
      <dgm:prSet presAssocID="{48967397-F069-4472-BC96-FBE093E78850}" presName="textRect" presStyleLbl="revTx" presStyleIdx="1" presStyleCnt="4">
        <dgm:presLayoutVars>
          <dgm:chMax val="1"/>
          <dgm:chPref val="1"/>
        </dgm:presLayoutVars>
      </dgm:prSet>
      <dgm:spPr/>
    </dgm:pt>
    <dgm:pt modelId="{FCF0A739-9BD3-463B-968F-2452D89ABFD7}" type="pres">
      <dgm:prSet presAssocID="{FEF3A699-8583-4E02-B833-3E58241C9359}" presName="sibTrans" presStyleLbl="sibTrans2D1" presStyleIdx="0" presStyleCnt="0"/>
      <dgm:spPr/>
    </dgm:pt>
    <dgm:pt modelId="{DFA15C62-BEF7-401C-83C2-F5A18CCEF6FB}" type="pres">
      <dgm:prSet presAssocID="{827A6880-BA7A-4DEE-B88A-4B2583070BFD}" presName="compNode" presStyleCnt="0"/>
      <dgm:spPr/>
    </dgm:pt>
    <dgm:pt modelId="{2CB49242-6AA4-47CF-B6FC-ABC88D13890E}" type="pres">
      <dgm:prSet presAssocID="{827A6880-BA7A-4DEE-B88A-4B2583070BFD}" presName="iconBgRect" presStyleLbl="bgShp" presStyleIdx="2" presStyleCnt="4"/>
      <dgm:spPr/>
    </dgm:pt>
    <dgm:pt modelId="{A3E7BAFD-E166-4477-B252-C61E81D44472}" type="pres">
      <dgm:prSet presAssocID="{827A6880-BA7A-4DEE-B88A-4B2583070BF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5B33924-BC06-4B76-BE03-2728FCD71708}" type="pres">
      <dgm:prSet presAssocID="{827A6880-BA7A-4DEE-B88A-4B2583070BFD}" presName="spaceRect" presStyleCnt="0"/>
      <dgm:spPr/>
    </dgm:pt>
    <dgm:pt modelId="{C48D7800-562F-4AFF-AEEE-2491018017D5}" type="pres">
      <dgm:prSet presAssocID="{827A6880-BA7A-4DEE-B88A-4B2583070BFD}" presName="textRect" presStyleLbl="revTx" presStyleIdx="2" presStyleCnt="4">
        <dgm:presLayoutVars>
          <dgm:chMax val="1"/>
          <dgm:chPref val="1"/>
        </dgm:presLayoutVars>
      </dgm:prSet>
      <dgm:spPr/>
    </dgm:pt>
    <dgm:pt modelId="{50E2A1C0-B2AC-46FF-8EF6-FC6543EBA57A}" type="pres">
      <dgm:prSet presAssocID="{AC527855-1538-4DFF-A084-88CD52D61FFB}" presName="sibTrans" presStyleLbl="sibTrans2D1" presStyleIdx="0" presStyleCnt="0"/>
      <dgm:spPr/>
    </dgm:pt>
    <dgm:pt modelId="{44D4B65E-6880-4FA3-9849-327960792F2F}" type="pres">
      <dgm:prSet presAssocID="{A0B6E32E-F03C-423C-9830-37E0BE6CE8AC}" presName="compNode" presStyleCnt="0"/>
      <dgm:spPr/>
    </dgm:pt>
    <dgm:pt modelId="{5A948508-A09E-43EF-9826-E36943839618}" type="pres">
      <dgm:prSet presAssocID="{A0B6E32E-F03C-423C-9830-37E0BE6CE8AC}" presName="iconBgRect" presStyleLbl="bgShp" presStyleIdx="3" presStyleCnt="4"/>
      <dgm:spPr/>
    </dgm:pt>
    <dgm:pt modelId="{B1D3D474-43A0-4C40-8BBB-45B6F3E70B32}" type="pres">
      <dgm:prSet presAssocID="{A0B6E32E-F03C-423C-9830-37E0BE6CE8A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C0096C6-9383-4B95-BA9D-8ECA6404E338}" type="pres">
      <dgm:prSet presAssocID="{A0B6E32E-F03C-423C-9830-37E0BE6CE8AC}" presName="spaceRect" presStyleCnt="0"/>
      <dgm:spPr/>
    </dgm:pt>
    <dgm:pt modelId="{794B8DC2-C359-4AC9-8BC3-BB1138DE2DF8}" type="pres">
      <dgm:prSet presAssocID="{A0B6E32E-F03C-423C-9830-37E0BE6CE8A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CE2E022-B029-434C-A5EC-26EE6836BE72}" type="presOf" srcId="{08FCD0BA-A9F2-4371-A9B9-9D9B33D7AC5E}" destId="{2AE8E8CF-8D2C-4C5A-9EE7-3F95CCE00D79}" srcOrd="0" destOrd="0" presId="urn:microsoft.com/office/officeart/2018/2/layout/IconCircleList"/>
    <dgm:cxn modelId="{854B712C-9FC6-49F9-89CC-E00EA0ED8F8D}" type="presOf" srcId="{A0B6E32E-F03C-423C-9830-37E0BE6CE8AC}" destId="{794B8DC2-C359-4AC9-8BC3-BB1138DE2DF8}" srcOrd="0" destOrd="0" presId="urn:microsoft.com/office/officeart/2018/2/layout/IconCircleList"/>
    <dgm:cxn modelId="{CA61113A-1120-415B-8B9F-DD01118B9584}" type="presOf" srcId="{5BAB7D83-71B9-4F48-8B4F-31DF15C48A95}" destId="{8BEB520D-1318-4B83-8396-E1279EBBB318}" srcOrd="0" destOrd="0" presId="urn:microsoft.com/office/officeart/2018/2/layout/IconCircleList"/>
    <dgm:cxn modelId="{C0B4585D-EAC0-4AAB-B3FB-91F70FF27C54}" srcId="{5BAB7D83-71B9-4F48-8B4F-31DF15C48A95}" destId="{827A6880-BA7A-4DEE-B88A-4B2583070BFD}" srcOrd="2" destOrd="0" parTransId="{4A926DE1-72F4-4613-BF22-94560E4D3805}" sibTransId="{AC527855-1538-4DFF-A084-88CD52D61FFB}"/>
    <dgm:cxn modelId="{EBE31C49-ADCC-46B3-9220-DF6943A8070B}" type="presOf" srcId="{827A6880-BA7A-4DEE-B88A-4B2583070BFD}" destId="{C48D7800-562F-4AFF-AEEE-2491018017D5}" srcOrd="0" destOrd="0" presId="urn:microsoft.com/office/officeart/2018/2/layout/IconCircleList"/>
    <dgm:cxn modelId="{FD79B64A-5700-4EE2-8CAE-7F7BF54AC4DA}" srcId="{5BAB7D83-71B9-4F48-8B4F-31DF15C48A95}" destId="{A0B6E32E-F03C-423C-9830-37E0BE6CE8AC}" srcOrd="3" destOrd="0" parTransId="{862ADE0F-68A7-482E-A9F2-139C93C1C451}" sibTransId="{4665CC54-807B-4A9D-972B-5626A6E273E6}"/>
    <dgm:cxn modelId="{D733B180-2AF4-49B8-A0DE-66794107AE44}" type="presOf" srcId="{FEF3A699-8583-4E02-B833-3E58241C9359}" destId="{FCF0A739-9BD3-463B-968F-2452D89ABFD7}" srcOrd="0" destOrd="0" presId="urn:microsoft.com/office/officeart/2018/2/layout/IconCircleList"/>
    <dgm:cxn modelId="{B880D396-CE5E-43D4-BC29-4698466F2F6D}" srcId="{5BAB7D83-71B9-4F48-8B4F-31DF15C48A95}" destId="{48967397-F069-4472-BC96-FBE093E78850}" srcOrd="1" destOrd="0" parTransId="{1781B7DD-7E96-4DB0-9D15-91F64FAF6201}" sibTransId="{FEF3A699-8583-4E02-B833-3E58241C9359}"/>
    <dgm:cxn modelId="{63514EA8-5720-4FC6-807D-1096ED1B0ED4}" type="presOf" srcId="{6CA9C9C5-E523-4F94-ACE7-0EAFE3F4EC94}" destId="{32A7AEEE-2A50-4314-95F8-13D491AEF40C}" srcOrd="0" destOrd="0" presId="urn:microsoft.com/office/officeart/2018/2/layout/IconCircleList"/>
    <dgm:cxn modelId="{C9FE07D8-C72B-4A31-9117-670477BE49A0}" type="presOf" srcId="{AC527855-1538-4DFF-A084-88CD52D61FFB}" destId="{50E2A1C0-B2AC-46FF-8EF6-FC6543EBA57A}" srcOrd="0" destOrd="0" presId="urn:microsoft.com/office/officeart/2018/2/layout/IconCircleList"/>
    <dgm:cxn modelId="{6CCE61E3-10B2-4536-B4C8-83B634EBD6F8}" type="presOf" srcId="{48967397-F069-4472-BC96-FBE093E78850}" destId="{5CC2A029-ACD7-47F8-B74D-F85F72B367E6}" srcOrd="0" destOrd="0" presId="urn:microsoft.com/office/officeart/2018/2/layout/IconCircleList"/>
    <dgm:cxn modelId="{566839E6-5B0A-48D2-8FF0-95C8EDF86CC2}" srcId="{5BAB7D83-71B9-4F48-8B4F-31DF15C48A95}" destId="{6CA9C9C5-E523-4F94-ACE7-0EAFE3F4EC94}" srcOrd="0" destOrd="0" parTransId="{4630FCD0-723C-48A2-95C8-55D7FD80DDE7}" sibTransId="{08FCD0BA-A9F2-4371-A9B9-9D9B33D7AC5E}"/>
    <dgm:cxn modelId="{D7F5E24A-8FC5-45C3-9466-71886B24AE6E}" type="presParOf" srcId="{8BEB520D-1318-4B83-8396-E1279EBBB318}" destId="{A3DF5095-CB5F-49B7-B572-CC41F192EED4}" srcOrd="0" destOrd="0" presId="urn:microsoft.com/office/officeart/2018/2/layout/IconCircleList"/>
    <dgm:cxn modelId="{DF9A4856-43AA-42FD-A76E-42B307FF31D1}" type="presParOf" srcId="{A3DF5095-CB5F-49B7-B572-CC41F192EED4}" destId="{FC098B78-6B61-4273-B74B-82C38467E690}" srcOrd="0" destOrd="0" presId="urn:microsoft.com/office/officeart/2018/2/layout/IconCircleList"/>
    <dgm:cxn modelId="{13D330E7-36DB-4054-A110-1FF3B9C6C34A}" type="presParOf" srcId="{FC098B78-6B61-4273-B74B-82C38467E690}" destId="{41B6D0D4-9178-4C71-B264-BADC15CBC460}" srcOrd="0" destOrd="0" presId="urn:microsoft.com/office/officeart/2018/2/layout/IconCircleList"/>
    <dgm:cxn modelId="{BEC9CF5D-38A5-4C68-9DAE-2D371C7CEED5}" type="presParOf" srcId="{FC098B78-6B61-4273-B74B-82C38467E690}" destId="{B839B7D3-62F8-444E-8855-B1F1641EEA30}" srcOrd="1" destOrd="0" presId="urn:microsoft.com/office/officeart/2018/2/layout/IconCircleList"/>
    <dgm:cxn modelId="{47CDF8FB-DD2B-42C1-B779-A911EC77FD54}" type="presParOf" srcId="{FC098B78-6B61-4273-B74B-82C38467E690}" destId="{5A5FCBFD-8F92-4770-8FB2-3DCB3EB9F1CA}" srcOrd="2" destOrd="0" presId="urn:microsoft.com/office/officeart/2018/2/layout/IconCircleList"/>
    <dgm:cxn modelId="{3A2E2F34-CC1D-4780-9B5E-563476BBB435}" type="presParOf" srcId="{FC098B78-6B61-4273-B74B-82C38467E690}" destId="{32A7AEEE-2A50-4314-95F8-13D491AEF40C}" srcOrd="3" destOrd="0" presId="urn:microsoft.com/office/officeart/2018/2/layout/IconCircleList"/>
    <dgm:cxn modelId="{369026B2-7363-4778-8CCE-FFC528976E7F}" type="presParOf" srcId="{A3DF5095-CB5F-49B7-B572-CC41F192EED4}" destId="{2AE8E8CF-8D2C-4C5A-9EE7-3F95CCE00D79}" srcOrd="1" destOrd="0" presId="urn:microsoft.com/office/officeart/2018/2/layout/IconCircleList"/>
    <dgm:cxn modelId="{914EFE54-7CF6-4242-9666-2AF3469F164B}" type="presParOf" srcId="{A3DF5095-CB5F-49B7-B572-CC41F192EED4}" destId="{9C0136B3-DD39-4B6C-AF12-76B248F802ED}" srcOrd="2" destOrd="0" presId="urn:microsoft.com/office/officeart/2018/2/layout/IconCircleList"/>
    <dgm:cxn modelId="{D863B48C-F403-4BDF-BA76-3A4D348D01E1}" type="presParOf" srcId="{9C0136B3-DD39-4B6C-AF12-76B248F802ED}" destId="{FCC1CB79-4042-45C3-8C2D-B50140DF4FDC}" srcOrd="0" destOrd="0" presId="urn:microsoft.com/office/officeart/2018/2/layout/IconCircleList"/>
    <dgm:cxn modelId="{3D38C74A-6D7D-4B45-B2E8-F0D1CDEE4F94}" type="presParOf" srcId="{9C0136B3-DD39-4B6C-AF12-76B248F802ED}" destId="{CFC68FD0-915B-416C-B32B-E1082DC572BF}" srcOrd="1" destOrd="0" presId="urn:microsoft.com/office/officeart/2018/2/layout/IconCircleList"/>
    <dgm:cxn modelId="{35982449-4702-4BE5-B805-70D78A3A4E5A}" type="presParOf" srcId="{9C0136B3-DD39-4B6C-AF12-76B248F802ED}" destId="{5F61E12C-32E2-4CFB-A9B3-9B3A51088407}" srcOrd="2" destOrd="0" presId="urn:microsoft.com/office/officeart/2018/2/layout/IconCircleList"/>
    <dgm:cxn modelId="{9A0F8D00-556B-4757-A5F1-B35BD43418DC}" type="presParOf" srcId="{9C0136B3-DD39-4B6C-AF12-76B248F802ED}" destId="{5CC2A029-ACD7-47F8-B74D-F85F72B367E6}" srcOrd="3" destOrd="0" presId="urn:microsoft.com/office/officeart/2018/2/layout/IconCircleList"/>
    <dgm:cxn modelId="{239BEF12-61FD-4BC6-A293-9AE9B978D7AD}" type="presParOf" srcId="{A3DF5095-CB5F-49B7-B572-CC41F192EED4}" destId="{FCF0A739-9BD3-463B-968F-2452D89ABFD7}" srcOrd="3" destOrd="0" presId="urn:microsoft.com/office/officeart/2018/2/layout/IconCircleList"/>
    <dgm:cxn modelId="{1A436DAE-1279-4961-979E-3AFF5D6D6260}" type="presParOf" srcId="{A3DF5095-CB5F-49B7-B572-CC41F192EED4}" destId="{DFA15C62-BEF7-401C-83C2-F5A18CCEF6FB}" srcOrd="4" destOrd="0" presId="urn:microsoft.com/office/officeart/2018/2/layout/IconCircleList"/>
    <dgm:cxn modelId="{C57993B5-C986-4AE6-A9BB-B971C68E8338}" type="presParOf" srcId="{DFA15C62-BEF7-401C-83C2-F5A18CCEF6FB}" destId="{2CB49242-6AA4-47CF-B6FC-ABC88D13890E}" srcOrd="0" destOrd="0" presId="urn:microsoft.com/office/officeart/2018/2/layout/IconCircleList"/>
    <dgm:cxn modelId="{A0B3A8EB-36B6-4A6D-9040-6D06B2E46B01}" type="presParOf" srcId="{DFA15C62-BEF7-401C-83C2-F5A18CCEF6FB}" destId="{A3E7BAFD-E166-4477-B252-C61E81D44472}" srcOrd="1" destOrd="0" presId="urn:microsoft.com/office/officeart/2018/2/layout/IconCircleList"/>
    <dgm:cxn modelId="{A2BC8623-8E82-49B2-89DB-77BBC374B902}" type="presParOf" srcId="{DFA15C62-BEF7-401C-83C2-F5A18CCEF6FB}" destId="{85B33924-BC06-4B76-BE03-2728FCD71708}" srcOrd="2" destOrd="0" presId="urn:microsoft.com/office/officeart/2018/2/layout/IconCircleList"/>
    <dgm:cxn modelId="{C4EA1897-79F5-4E7F-8B1A-6994F3A71C26}" type="presParOf" srcId="{DFA15C62-BEF7-401C-83C2-F5A18CCEF6FB}" destId="{C48D7800-562F-4AFF-AEEE-2491018017D5}" srcOrd="3" destOrd="0" presId="urn:microsoft.com/office/officeart/2018/2/layout/IconCircleList"/>
    <dgm:cxn modelId="{DE63F1D4-F9FB-418A-A4E8-A28A1E80D56A}" type="presParOf" srcId="{A3DF5095-CB5F-49B7-B572-CC41F192EED4}" destId="{50E2A1C0-B2AC-46FF-8EF6-FC6543EBA57A}" srcOrd="5" destOrd="0" presId="urn:microsoft.com/office/officeart/2018/2/layout/IconCircleList"/>
    <dgm:cxn modelId="{FF2E4DBF-FDB0-478E-B9A3-5652D04598C1}" type="presParOf" srcId="{A3DF5095-CB5F-49B7-B572-CC41F192EED4}" destId="{44D4B65E-6880-4FA3-9849-327960792F2F}" srcOrd="6" destOrd="0" presId="urn:microsoft.com/office/officeart/2018/2/layout/IconCircleList"/>
    <dgm:cxn modelId="{680AC348-23E0-4B7F-8BB6-F4916A286C6C}" type="presParOf" srcId="{44D4B65E-6880-4FA3-9849-327960792F2F}" destId="{5A948508-A09E-43EF-9826-E36943839618}" srcOrd="0" destOrd="0" presId="urn:microsoft.com/office/officeart/2018/2/layout/IconCircleList"/>
    <dgm:cxn modelId="{6F3BA8F5-1CB6-452C-9C74-10D4CB2A4937}" type="presParOf" srcId="{44D4B65E-6880-4FA3-9849-327960792F2F}" destId="{B1D3D474-43A0-4C40-8BBB-45B6F3E70B32}" srcOrd="1" destOrd="0" presId="urn:microsoft.com/office/officeart/2018/2/layout/IconCircleList"/>
    <dgm:cxn modelId="{213709DB-C188-46FC-A940-79F74BF564C3}" type="presParOf" srcId="{44D4B65E-6880-4FA3-9849-327960792F2F}" destId="{DC0096C6-9383-4B95-BA9D-8ECA6404E338}" srcOrd="2" destOrd="0" presId="urn:microsoft.com/office/officeart/2018/2/layout/IconCircleList"/>
    <dgm:cxn modelId="{0AC2CDA9-863A-4E9D-AF7A-8EBDA8B11581}" type="presParOf" srcId="{44D4B65E-6880-4FA3-9849-327960792F2F}" destId="{794B8DC2-C359-4AC9-8BC3-BB1138DE2D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9F1069-4954-4949-899D-744517EA185F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BA92FC-03A8-4145-85B3-DF1354375BCF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Teams work separately and pass work between departments (Waterfall development)</a:t>
          </a:r>
        </a:p>
      </dsp:txBody>
      <dsp:txXfrm>
        <a:off x="288396" y="1634282"/>
        <a:ext cx="2117829" cy="1314957"/>
      </dsp:txXfrm>
    </dsp:sp>
    <dsp:sp modelId="{BE44C110-5CA1-4730-8ABB-0A605952C3AC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8343348-A7F3-4A79-A609-0B9AFCCF15B5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Testing, approvals, and deployment may be manual</a:t>
          </a:r>
        </a:p>
      </dsp:txBody>
      <dsp:txXfrm>
        <a:off x="2976857" y="1634282"/>
        <a:ext cx="2117829" cy="1314957"/>
      </dsp:txXfrm>
    </dsp:sp>
    <dsp:sp modelId="{6ED9B0EF-A9D8-478D-B0D9-E274E3F3CD66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59E31C-4868-4CAA-A77B-507B148C70B1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Merging code can lead to lengthy investigations if there are errors</a:t>
          </a:r>
        </a:p>
      </dsp:txBody>
      <dsp:txXfrm>
        <a:off x="5665318" y="1634282"/>
        <a:ext cx="2117829" cy="1314957"/>
      </dsp:txXfrm>
    </dsp:sp>
    <dsp:sp modelId="{9FF230FE-B5AB-4AE4-BCCB-74210F8A0CD7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98B4D27-3EE5-4D02-B919-3D8A93D9D38C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Releases become large, infrequent, and risky</a:t>
          </a:r>
        </a:p>
      </dsp:txBody>
      <dsp:txXfrm>
        <a:off x="8353779" y="1634282"/>
        <a:ext cx="2117829" cy="1314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0CBB1-8669-493C-8996-A0DFD97449C7}">
      <dsp:nvSpPr>
        <dsp:cNvPr id="0" name=""/>
        <dsp:cNvSpPr/>
      </dsp:nvSpPr>
      <dsp:spPr>
        <a:xfrm>
          <a:off x="0" y="420"/>
          <a:ext cx="3455821" cy="9848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112CC-908E-42B7-8E2B-D5B49FB041EC}">
      <dsp:nvSpPr>
        <dsp:cNvPr id="0" name=""/>
        <dsp:cNvSpPr/>
      </dsp:nvSpPr>
      <dsp:spPr>
        <a:xfrm>
          <a:off x="297918" y="222013"/>
          <a:ext cx="541669" cy="5416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94162-83C9-437C-A828-B7908B99D434}">
      <dsp:nvSpPr>
        <dsp:cNvPr id="0" name=""/>
        <dsp:cNvSpPr/>
      </dsp:nvSpPr>
      <dsp:spPr>
        <a:xfrm>
          <a:off x="1137506" y="420"/>
          <a:ext cx="2318314" cy="98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230" tIns="104230" rIns="104230" bIns="1042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More efficient development</a:t>
          </a:r>
        </a:p>
      </dsp:txBody>
      <dsp:txXfrm>
        <a:off x="1137506" y="420"/>
        <a:ext cx="2318314" cy="984854"/>
      </dsp:txXfrm>
    </dsp:sp>
    <dsp:sp modelId="{1543800A-4C8C-43E4-BD91-2FB350FF572A}">
      <dsp:nvSpPr>
        <dsp:cNvPr id="0" name=""/>
        <dsp:cNvSpPr/>
      </dsp:nvSpPr>
      <dsp:spPr>
        <a:xfrm>
          <a:off x="0" y="1231488"/>
          <a:ext cx="3455821" cy="98485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38A21-B76D-47FC-89E8-D61FCB5CFE5B}">
      <dsp:nvSpPr>
        <dsp:cNvPr id="0" name=""/>
        <dsp:cNvSpPr/>
      </dsp:nvSpPr>
      <dsp:spPr>
        <a:xfrm>
          <a:off x="297918" y="1453081"/>
          <a:ext cx="541669" cy="5416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626CD-47A5-4A1D-8A0F-A3461BD3A692}">
      <dsp:nvSpPr>
        <dsp:cNvPr id="0" name=""/>
        <dsp:cNvSpPr/>
      </dsp:nvSpPr>
      <dsp:spPr>
        <a:xfrm>
          <a:off x="1137506" y="1231488"/>
          <a:ext cx="2318314" cy="98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230" tIns="104230" rIns="104230" bIns="1042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 response &amp; deployment time</a:t>
          </a:r>
        </a:p>
      </dsp:txBody>
      <dsp:txXfrm>
        <a:off x="1137506" y="1231488"/>
        <a:ext cx="2318314" cy="984854"/>
      </dsp:txXfrm>
    </dsp:sp>
    <dsp:sp modelId="{1DCD8466-BC8C-42AB-A1CD-DD9DA7469795}">
      <dsp:nvSpPr>
        <dsp:cNvPr id="0" name=""/>
        <dsp:cNvSpPr/>
      </dsp:nvSpPr>
      <dsp:spPr>
        <a:xfrm>
          <a:off x="0" y="2462556"/>
          <a:ext cx="3455821" cy="98485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D54BD-A127-4D16-9C2F-0BCDEB102A34}">
      <dsp:nvSpPr>
        <dsp:cNvPr id="0" name=""/>
        <dsp:cNvSpPr/>
      </dsp:nvSpPr>
      <dsp:spPr>
        <a:xfrm>
          <a:off x="297918" y="2684148"/>
          <a:ext cx="541669" cy="5416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48038-2847-4902-B158-0E1122A51334}">
      <dsp:nvSpPr>
        <dsp:cNvPr id="0" name=""/>
        <dsp:cNvSpPr/>
      </dsp:nvSpPr>
      <dsp:spPr>
        <a:xfrm>
          <a:off x="1137506" y="2462556"/>
          <a:ext cx="2318314" cy="98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230" tIns="104230" rIns="104230" bIns="1042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better customer experience</a:t>
          </a:r>
        </a:p>
      </dsp:txBody>
      <dsp:txXfrm>
        <a:off x="1137506" y="2462556"/>
        <a:ext cx="2318314" cy="9848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A69D3-3404-49DA-96BC-B62AF1B874C1}">
      <dsp:nvSpPr>
        <dsp:cNvPr id="0" name=""/>
        <dsp:cNvSpPr/>
      </dsp:nvSpPr>
      <dsp:spPr>
        <a:xfrm>
          <a:off x="292311" y="846502"/>
          <a:ext cx="910353" cy="9103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217CC-5501-43C6-902A-6A5FDE0F271C}">
      <dsp:nvSpPr>
        <dsp:cNvPr id="0" name=""/>
        <dsp:cNvSpPr/>
      </dsp:nvSpPr>
      <dsp:spPr>
        <a:xfrm>
          <a:off x="486321" y="1040512"/>
          <a:ext cx="522333" cy="522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C70D4-DF67-40A2-9397-658CA7BE730E}">
      <dsp:nvSpPr>
        <dsp:cNvPr id="0" name=""/>
        <dsp:cNvSpPr/>
      </dsp:nvSpPr>
      <dsp:spPr>
        <a:xfrm>
          <a:off x="1296" y="2040408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Automate building, testing, and deployment</a:t>
          </a:r>
        </a:p>
      </dsp:txBody>
      <dsp:txXfrm>
        <a:off x="1296" y="2040408"/>
        <a:ext cx="1492382" cy="596953"/>
      </dsp:txXfrm>
    </dsp:sp>
    <dsp:sp modelId="{A91416F7-ED82-4CCC-A3F5-B903C02E318D}">
      <dsp:nvSpPr>
        <dsp:cNvPr id="0" name=""/>
        <dsp:cNvSpPr/>
      </dsp:nvSpPr>
      <dsp:spPr>
        <a:xfrm>
          <a:off x="2045861" y="846502"/>
          <a:ext cx="910353" cy="9103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DA49D-F6BC-4D33-9488-A2E38227F24E}">
      <dsp:nvSpPr>
        <dsp:cNvPr id="0" name=""/>
        <dsp:cNvSpPr/>
      </dsp:nvSpPr>
      <dsp:spPr>
        <a:xfrm>
          <a:off x="2239871" y="1040512"/>
          <a:ext cx="522333" cy="522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6268B-F5CC-442F-B71E-E779EBC005AD}">
      <dsp:nvSpPr>
        <dsp:cNvPr id="0" name=""/>
        <dsp:cNvSpPr/>
      </dsp:nvSpPr>
      <dsp:spPr>
        <a:xfrm>
          <a:off x="1754846" y="2040408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Integrate development operations</a:t>
          </a:r>
        </a:p>
      </dsp:txBody>
      <dsp:txXfrm>
        <a:off x="1754846" y="2040408"/>
        <a:ext cx="1492382" cy="596953"/>
      </dsp:txXfrm>
    </dsp:sp>
    <dsp:sp modelId="{6539AD6D-C131-482E-87A1-F47FE87088CF}">
      <dsp:nvSpPr>
        <dsp:cNvPr id="0" name=""/>
        <dsp:cNvSpPr/>
      </dsp:nvSpPr>
      <dsp:spPr>
        <a:xfrm>
          <a:off x="3799411" y="846502"/>
          <a:ext cx="910353" cy="9103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9FE4B-3359-4D39-975E-F4E1259881FA}">
      <dsp:nvSpPr>
        <dsp:cNvPr id="0" name=""/>
        <dsp:cNvSpPr/>
      </dsp:nvSpPr>
      <dsp:spPr>
        <a:xfrm>
          <a:off x="3993420" y="1040512"/>
          <a:ext cx="522333" cy="522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6BA02-19BA-4EA6-B323-A2184D8DAA24}">
      <dsp:nvSpPr>
        <dsp:cNvPr id="0" name=""/>
        <dsp:cNvSpPr/>
      </dsp:nvSpPr>
      <dsp:spPr>
        <a:xfrm>
          <a:off x="3508396" y="2040408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Make smaller, more frequent changes</a:t>
          </a:r>
        </a:p>
      </dsp:txBody>
      <dsp:txXfrm>
        <a:off x="3508396" y="2040408"/>
        <a:ext cx="1492382" cy="596953"/>
      </dsp:txXfrm>
    </dsp:sp>
    <dsp:sp modelId="{2E09798B-97D7-48A8-BE97-083F873AC5AA}">
      <dsp:nvSpPr>
        <dsp:cNvPr id="0" name=""/>
        <dsp:cNvSpPr/>
      </dsp:nvSpPr>
      <dsp:spPr>
        <a:xfrm>
          <a:off x="5552960" y="846502"/>
          <a:ext cx="910353" cy="9103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777CB-8C47-4372-B209-77BAA55CFFC8}">
      <dsp:nvSpPr>
        <dsp:cNvPr id="0" name=""/>
        <dsp:cNvSpPr/>
      </dsp:nvSpPr>
      <dsp:spPr>
        <a:xfrm>
          <a:off x="5746970" y="1040512"/>
          <a:ext cx="522333" cy="522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F943A-C015-492E-99A0-64F84BDB1073}">
      <dsp:nvSpPr>
        <dsp:cNvPr id="0" name=""/>
        <dsp:cNvSpPr/>
      </dsp:nvSpPr>
      <dsp:spPr>
        <a:xfrm>
          <a:off x="5261946" y="2040408"/>
          <a:ext cx="1492382" cy="596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Identify problems quickly and receive feedback sooner</a:t>
          </a:r>
        </a:p>
      </dsp:txBody>
      <dsp:txXfrm>
        <a:off x="5261946" y="2040408"/>
        <a:ext cx="1492382" cy="5969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6D0D4-9178-4C71-B264-BADC15CBC460}">
      <dsp:nvSpPr>
        <dsp:cNvPr id="0" name=""/>
        <dsp:cNvSpPr/>
      </dsp:nvSpPr>
      <dsp:spPr>
        <a:xfrm>
          <a:off x="53688" y="363010"/>
          <a:ext cx="769191" cy="7691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9B7D3-62F8-444E-8855-B1F1641EEA30}">
      <dsp:nvSpPr>
        <dsp:cNvPr id="0" name=""/>
        <dsp:cNvSpPr/>
      </dsp:nvSpPr>
      <dsp:spPr>
        <a:xfrm>
          <a:off x="215218" y="524540"/>
          <a:ext cx="446131" cy="446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7AEEE-2A50-4314-95F8-13D491AEF40C}">
      <dsp:nvSpPr>
        <dsp:cNvPr id="0" name=""/>
        <dsp:cNvSpPr/>
      </dsp:nvSpPr>
      <dsp:spPr>
        <a:xfrm>
          <a:off x="987706" y="363010"/>
          <a:ext cx="1813094" cy="769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Earlier delivery of features and updates</a:t>
          </a:r>
        </a:p>
      </dsp:txBody>
      <dsp:txXfrm>
        <a:off x="987706" y="363010"/>
        <a:ext cx="1813094" cy="769191"/>
      </dsp:txXfrm>
    </dsp:sp>
    <dsp:sp modelId="{FCC1CB79-4042-45C3-8C2D-B50140DF4FDC}">
      <dsp:nvSpPr>
        <dsp:cNvPr id="0" name=""/>
        <dsp:cNvSpPr/>
      </dsp:nvSpPr>
      <dsp:spPr>
        <a:xfrm>
          <a:off x="3116718" y="363010"/>
          <a:ext cx="769191" cy="76919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68FD0-915B-416C-B32B-E1082DC572BF}">
      <dsp:nvSpPr>
        <dsp:cNvPr id="0" name=""/>
        <dsp:cNvSpPr/>
      </dsp:nvSpPr>
      <dsp:spPr>
        <a:xfrm>
          <a:off x="3278249" y="524540"/>
          <a:ext cx="446131" cy="446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2A029-ACD7-47F8-B74D-F85F72B367E6}">
      <dsp:nvSpPr>
        <dsp:cNvPr id="0" name=""/>
        <dsp:cNvSpPr/>
      </dsp:nvSpPr>
      <dsp:spPr>
        <a:xfrm>
          <a:off x="4050737" y="363010"/>
          <a:ext cx="1813094" cy="769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Earlier feedback leading to earlier fixes</a:t>
          </a:r>
        </a:p>
      </dsp:txBody>
      <dsp:txXfrm>
        <a:off x="4050737" y="363010"/>
        <a:ext cx="1813094" cy="769191"/>
      </dsp:txXfrm>
    </dsp:sp>
    <dsp:sp modelId="{2CB49242-6AA4-47CF-B6FC-ABC88D13890E}">
      <dsp:nvSpPr>
        <dsp:cNvPr id="0" name=""/>
        <dsp:cNvSpPr/>
      </dsp:nvSpPr>
      <dsp:spPr>
        <a:xfrm>
          <a:off x="53688" y="1595995"/>
          <a:ext cx="769191" cy="76919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7BAFD-E166-4477-B252-C61E81D44472}">
      <dsp:nvSpPr>
        <dsp:cNvPr id="0" name=""/>
        <dsp:cNvSpPr/>
      </dsp:nvSpPr>
      <dsp:spPr>
        <a:xfrm>
          <a:off x="215218" y="1757526"/>
          <a:ext cx="446131" cy="446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D7800-562F-4AFF-AEEE-2491018017D5}">
      <dsp:nvSpPr>
        <dsp:cNvPr id="0" name=""/>
        <dsp:cNvSpPr/>
      </dsp:nvSpPr>
      <dsp:spPr>
        <a:xfrm>
          <a:off x="987706" y="1595995"/>
          <a:ext cx="1813094" cy="769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Smaller changes are easier to troubleshoot</a:t>
          </a:r>
        </a:p>
      </dsp:txBody>
      <dsp:txXfrm>
        <a:off x="987706" y="1595995"/>
        <a:ext cx="1813094" cy="769191"/>
      </dsp:txXfrm>
    </dsp:sp>
    <dsp:sp modelId="{5A948508-A09E-43EF-9826-E36943839618}">
      <dsp:nvSpPr>
        <dsp:cNvPr id="0" name=""/>
        <dsp:cNvSpPr/>
      </dsp:nvSpPr>
      <dsp:spPr>
        <a:xfrm>
          <a:off x="3116718" y="1595995"/>
          <a:ext cx="769191" cy="76919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3D474-43A0-4C40-8BBB-45B6F3E70B32}">
      <dsp:nvSpPr>
        <dsp:cNvPr id="0" name=""/>
        <dsp:cNvSpPr/>
      </dsp:nvSpPr>
      <dsp:spPr>
        <a:xfrm>
          <a:off x="3278249" y="1757526"/>
          <a:ext cx="446131" cy="4461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B8DC2-C359-4AC9-8BC3-BB1138DE2DF8}">
      <dsp:nvSpPr>
        <dsp:cNvPr id="0" name=""/>
        <dsp:cNvSpPr/>
      </dsp:nvSpPr>
      <dsp:spPr>
        <a:xfrm>
          <a:off x="4050737" y="1595995"/>
          <a:ext cx="1813094" cy="769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Faster recovery through appropriate testing and monitoring</a:t>
          </a:r>
        </a:p>
      </dsp:txBody>
      <dsp:txXfrm>
        <a:off x="4050737" y="1595995"/>
        <a:ext cx="1813094" cy="769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55B82-EA50-43D7-B6D1-F4DC09DC123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56688-A878-4AF1-9A46-4F48A23F1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56688-A878-4AF1-9A46-4F48A23F14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22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56688-A878-4AF1-9A46-4F48A23F14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2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25E6-D046-1AA1-0BF7-98604F4B2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6D52F-BB67-95A3-8D0A-24666BE19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9EB2C-B709-7754-9892-F5AA2737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C2DF5-99C2-E46B-FAE8-A0AF2431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7FDFA-025A-03CE-A381-55D61429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9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002A-775B-11F3-3BE1-8C2E8FC8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DFE6-32B6-CC9B-AC2A-8B9B76508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D90BC-539C-B9E2-E590-F7180945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D853F-77D2-7425-EFAD-084181EB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63181-DED9-5329-F0B0-0D47E746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1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B9AA-94D6-D5B5-C846-D93BE693C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DFAA5-EE2A-EED2-D6D1-C7B727325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CCF3-F0AE-CB5A-AED3-B6F6A23E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D1CD-FD0E-8BEE-F102-ED477556E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89BDB-16D5-B5C9-4DF7-17743A95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7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1079-6F7A-271F-CE08-B2262C57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99C5-603B-F534-C785-FB57A8FFA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D3D37-DE3A-DFC8-78EF-4935CF8BB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D1E88-F1FE-FE71-C6C2-F4F0EA59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BA4F5-FD1D-7E24-8135-41B2E73A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06302-6573-74A5-FB67-09C7BB1F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5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6A84-6BF0-2ABC-081B-3AEF164C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E189-E9D8-1266-37B9-B8FA1ECC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BFE74-2DAA-0533-8E2B-C92477422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B13CE-A971-898D-3432-6766E57F4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2586B-08CB-633B-AE1B-8F0478EC9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45B79-0B27-691F-54E4-85D58CB5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31248-E305-18DC-9ECB-2825D346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A541C-D6F1-2DAF-626B-02D56CD2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0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CF3D-DD8C-2AAE-F021-9F11CFA7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231F8-A027-C824-3969-BAE44AF5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41247-FEDC-8A02-468E-F6ADE054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AE687-E0F1-93B4-5B8E-48DE1812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9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AB16F-7B23-EBAB-C5E8-49AA4C90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EB5D5-35C0-871D-9CBE-D8D5DC34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B2C73-4020-E105-3935-C7AD350A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5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1292-0A39-F898-C03E-B1E8C5F7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A9FB-DFF2-D239-ED4A-E01356578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ACA1B-1E2B-E911-4C5A-3AEF873BB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A9AE5-0975-2D2F-0BB0-A2C3CDB0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C0659-D458-74A7-FF31-33DA2916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73FE3-FBB4-779E-2788-F88E8502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0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E75E-DBC5-3704-C375-04081574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6C77D-08AA-79BE-F711-1601EBCEB1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51613-458C-E14F-CA39-BA21F786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3693A-1640-5BE1-FCBB-1083FB8E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40D4B-5568-F885-1EE9-061849CC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AF815-646D-DFAC-38D9-A0FCA781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9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C5EE-1466-11D1-A61A-C753B3D1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659A5-3C76-3AC6-9C40-3F7BDD16B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583C4-95DC-5E1A-8909-2F088974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CB6A-EBC8-5DEE-CE37-11D27626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06D5-540C-0468-59AC-5D0F9C61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0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7BD1C-0FFB-3568-EC92-5181AFCF8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D27CC-7526-752A-8FF1-CC9F487BB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FF445-DEEC-5414-B097-5297DBBE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08483-B4A6-ECA3-CA61-DB1AB01C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033D-921F-8DAF-475D-A0162C27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1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2A8B8-D65D-AC6D-A00D-BEA74EFF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E0A42-28A2-1BFD-7082-76048120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842F-1D71-0E21-432F-503BAD9F0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6F527-2528-45D6-A676-D74CE14AE9D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366C0-A50A-6A62-093F-48DF5CF0A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813FF-95C6-CB24-F1FE-C7D8A7D8C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B49B2-8529-4ED6-9813-6E50EBA9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1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9.jp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10.png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8FE0E0-D95D-46EF-A375-475D4DB0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33617-31A8-8B98-C433-70DF04F89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6894575" cy="3566160"/>
          </a:xfrm>
        </p:spPr>
        <p:txBody>
          <a:bodyPr>
            <a:normAutofit/>
          </a:bodyPr>
          <a:lstStyle/>
          <a:p>
            <a:pPr algn="l"/>
            <a:r>
              <a:rPr lang="en-US" sz="6600"/>
              <a:t>The Technology Value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651F5-3376-EB4E-3093-5E8DC27C9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6008"/>
            <a:ext cx="6894576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Miles Shinsato</a:t>
            </a:r>
          </a:p>
          <a:p>
            <a:pPr algn="l"/>
            <a:r>
              <a:rPr lang="en-US"/>
              <a:t>CSD-380-306J_2273_DD</a:t>
            </a:r>
          </a:p>
          <a:p>
            <a:pPr algn="l"/>
            <a:r>
              <a:rPr lang="en-US" dirty="0"/>
              <a:t>October 25, 2026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2D82A42F-AEBE-4065-9792-036A904D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646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lose-up of circuit board">
            <a:extLst>
              <a:ext uri="{FF2B5EF4-FFF2-40B4-BE49-F238E27FC236}">
                <a16:creationId xmlns:a16="http://schemas.microsoft.com/office/drawing/2014/main" id="{B8AF5F1E-1A72-547D-F39A-D0D827915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0" r="39760"/>
          <a:stretch>
            <a:fillRect/>
          </a:stretch>
        </p:blipFill>
        <p:spPr>
          <a:xfrm>
            <a:off x="8139803" y="10"/>
            <a:ext cx="4052199" cy="6857990"/>
          </a:xfrm>
          <a:custGeom>
            <a:avLst/>
            <a:gdLst/>
            <a:ahLst/>
            <a:cxnLst/>
            <a:rect l="l" t="t" r="r" b="b"/>
            <a:pathLst>
              <a:path w="4052199" h="6858000">
                <a:moveTo>
                  <a:pt x="25603" y="0"/>
                </a:moveTo>
                <a:lnTo>
                  <a:pt x="4052199" y="0"/>
                </a:lnTo>
                <a:lnTo>
                  <a:pt x="4052199" y="6858000"/>
                </a:lnTo>
                <a:lnTo>
                  <a:pt x="28079" y="6858000"/>
                </a:lnTo>
                <a:lnTo>
                  <a:pt x="37459" y="6497135"/>
                </a:lnTo>
                <a:cubicBezTo>
                  <a:pt x="37586" y="6492050"/>
                  <a:pt x="38603" y="6487092"/>
                  <a:pt x="38603" y="6482007"/>
                </a:cubicBezTo>
                <a:cubicBezTo>
                  <a:pt x="47502" y="6367973"/>
                  <a:pt x="52587" y="6253939"/>
                  <a:pt x="18135" y="6142702"/>
                </a:cubicBezTo>
                <a:cubicBezTo>
                  <a:pt x="15084" y="6132214"/>
                  <a:pt x="13495" y="6121344"/>
                  <a:pt x="13432" y="6110411"/>
                </a:cubicBezTo>
                <a:cubicBezTo>
                  <a:pt x="11690" y="6013324"/>
                  <a:pt x="15936" y="5916236"/>
                  <a:pt x="26145" y="5819669"/>
                </a:cubicBezTo>
                <a:cubicBezTo>
                  <a:pt x="31229" y="5760555"/>
                  <a:pt x="26017" y="5700423"/>
                  <a:pt x="42926" y="5641690"/>
                </a:cubicBezTo>
                <a:cubicBezTo>
                  <a:pt x="50337" y="5612565"/>
                  <a:pt x="54595" y="5582728"/>
                  <a:pt x="55638" y="5552700"/>
                </a:cubicBezTo>
                <a:cubicBezTo>
                  <a:pt x="60087" y="5479983"/>
                  <a:pt x="38603" y="5411588"/>
                  <a:pt x="18263" y="5343066"/>
                </a:cubicBezTo>
                <a:cubicBezTo>
                  <a:pt x="7456" y="5306707"/>
                  <a:pt x="-5384" y="5269459"/>
                  <a:pt x="2372" y="5231320"/>
                </a:cubicBezTo>
                <a:cubicBezTo>
                  <a:pt x="16076" y="5173655"/>
                  <a:pt x="23920" y="5114744"/>
                  <a:pt x="25763" y="5055502"/>
                </a:cubicBezTo>
                <a:cubicBezTo>
                  <a:pt x="25635" y="5012660"/>
                  <a:pt x="15338" y="4970962"/>
                  <a:pt x="18898" y="4928374"/>
                </a:cubicBezTo>
                <a:cubicBezTo>
                  <a:pt x="27073" y="4845715"/>
                  <a:pt x="29157" y="4762561"/>
                  <a:pt x="25127" y="4679584"/>
                </a:cubicBezTo>
                <a:cubicBezTo>
                  <a:pt x="25077" y="4646429"/>
                  <a:pt x="28776" y="4613376"/>
                  <a:pt x="36187" y="4581060"/>
                </a:cubicBezTo>
                <a:cubicBezTo>
                  <a:pt x="45493" y="4524043"/>
                  <a:pt x="47464" y="4466060"/>
                  <a:pt x="42036" y="4408547"/>
                </a:cubicBezTo>
                <a:cubicBezTo>
                  <a:pt x="36060" y="4341932"/>
                  <a:pt x="18263" y="4276334"/>
                  <a:pt x="13685" y="4209719"/>
                </a:cubicBezTo>
                <a:cubicBezTo>
                  <a:pt x="6694" y="4099371"/>
                  <a:pt x="16610" y="3989024"/>
                  <a:pt x="26398" y="3879186"/>
                </a:cubicBezTo>
                <a:cubicBezTo>
                  <a:pt x="34026" y="3808731"/>
                  <a:pt x="36060" y="3737781"/>
                  <a:pt x="32501" y="3667009"/>
                </a:cubicBezTo>
                <a:cubicBezTo>
                  <a:pt x="28051" y="3610818"/>
                  <a:pt x="21059" y="3554755"/>
                  <a:pt x="19788" y="3498437"/>
                </a:cubicBezTo>
                <a:cubicBezTo>
                  <a:pt x="17627" y="3398006"/>
                  <a:pt x="18390" y="3297701"/>
                  <a:pt x="24237" y="3197143"/>
                </a:cubicBezTo>
                <a:cubicBezTo>
                  <a:pt x="27162" y="3146928"/>
                  <a:pt x="32119" y="3096966"/>
                  <a:pt x="34026" y="3046242"/>
                </a:cubicBezTo>
                <a:cubicBezTo>
                  <a:pt x="35933" y="2995518"/>
                  <a:pt x="40001" y="2944413"/>
                  <a:pt x="28433" y="2894578"/>
                </a:cubicBezTo>
                <a:cubicBezTo>
                  <a:pt x="8855" y="2810038"/>
                  <a:pt x="23220" y="2725879"/>
                  <a:pt x="27415" y="2641593"/>
                </a:cubicBezTo>
                <a:cubicBezTo>
                  <a:pt x="29958" y="2589217"/>
                  <a:pt x="45214" y="2535568"/>
                  <a:pt x="31738" y="2484717"/>
                </a:cubicBezTo>
                <a:cubicBezTo>
                  <a:pt x="10507" y="2405008"/>
                  <a:pt x="24492" y="2326951"/>
                  <a:pt x="31738" y="2248513"/>
                </a:cubicBezTo>
                <a:cubicBezTo>
                  <a:pt x="40218" y="2174283"/>
                  <a:pt x="38768" y="2099252"/>
                  <a:pt x="27415" y="2025403"/>
                </a:cubicBezTo>
                <a:cubicBezTo>
                  <a:pt x="12986" y="1952165"/>
                  <a:pt x="12986" y="1876803"/>
                  <a:pt x="27415" y="1803565"/>
                </a:cubicBezTo>
                <a:cubicBezTo>
                  <a:pt x="39276" y="1743102"/>
                  <a:pt x="40598" y="1681038"/>
                  <a:pt x="31356" y="1620119"/>
                </a:cubicBezTo>
                <a:cubicBezTo>
                  <a:pt x="25127" y="1576514"/>
                  <a:pt x="13940" y="1533163"/>
                  <a:pt x="12414" y="1489558"/>
                </a:cubicBezTo>
                <a:cubicBezTo>
                  <a:pt x="9262" y="1398420"/>
                  <a:pt x="11118" y="1307167"/>
                  <a:pt x="18008" y="1216233"/>
                </a:cubicBezTo>
                <a:cubicBezTo>
                  <a:pt x="26017" y="1112496"/>
                  <a:pt x="41400" y="1009268"/>
                  <a:pt x="30721" y="904896"/>
                </a:cubicBezTo>
                <a:cubicBezTo>
                  <a:pt x="27162" y="869046"/>
                  <a:pt x="19661" y="833323"/>
                  <a:pt x="18771" y="797346"/>
                </a:cubicBezTo>
                <a:cubicBezTo>
                  <a:pt x="17118" y="730095"/>
                  <a:pt x="16737" y="663607"/>
                  <a:pt x="20169" y="593941"/>
                </a:cubicBezTo>
                <a:cubicBezTo>
                  <a:pt x="23602" y="524274"/>
                  <a:pt x="38348" y="451938"/>
                  <a:pt x="28433" y="383798"/>
                </a:cubicBezTo>
                <a:cubicBezTo>
                  <a:pt x="18516" y="315657"/>
                  <a:pt x="24873" y="248406"/>
                  <a:pt x="31229" y="181410"/>
                </a:cubicBezTo>
                <a:cubicBezTo>
                  <a:pt x="34344" y="149565"/>
                  <a:pt x="36410" y="118069"/>
                  <a:pt x="35854" y="8670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6534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15420-3D17-6CE5-6DFB-73256F9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What is the Technology Value Stream?</a:t>
            </a:r>
          </a:p>
        </p:txBody>
      </p:sp>
      <p:pic>
        <p:nvPicPr>
          <p:cNvPr id="23" name="Picture 22" descr="Digital financial graph">
            <a:extLst>
              <a:ext uri="{FF2B5EF4-FFF2-40B4-BE49-F238E27FC236}">
                <a16:creationId xmlns:a16="http://schemas.microsoft.com/office/drawing/2014/main" id="{6ADD930D-D4D6-9336-F73E-7B687272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52" r="28909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3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E32E-8F21-9FDB-40E6-A7E8B6B9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“the process required to convert a business hypothesis into a technology-enabled service or feature that delivers value to the customer” (Kim et al., 2016)</a:t>
            </a:r>
          </a:p>
          <a:p>
            <a:r>
              <a:rPr lang="en-US" sz="2200"/>
              <a:t>The Value Stream starts as soon as a customer makes a request and it is added to the future plans</a:t>
            </a:r>
          </a:p>
        </p:txBody>
      </p:sp>
    </p:spTree>
    <p:extLst>
      <p:ext uri="{BB962C8B-B14F-4D97-AF65-F5344CB8AC3E}">
        <p14:creationId xmlns:p14="http://schemas.microsoft.com/office/powerpoint/2010/main" val="2152618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427ED-C6EE-55C2-1356-E792E8C2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/>
              <a:t>Lead Time vs Process Time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21F1-E5ED-11A4-2A77-AAD0EC469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>
            <a:normAutofit/>
          </a:bodyPr>
          <a:lstStyle/>
          <a:p>
            <a:r>
              <a:rPr lang="en-US" sz="2200" b="1" dirty="0"/>
              <a:t>Lead time: </a:t>
            </a:r>
            <a:r>
              <a:rPr lang="en-US" sz="2200" dirty="0"/>
              <a:t>Total time elapsed from a request being made until it is completed</a:t>
            </a:r>
          </a:p>
          <a:p>
            <a:r>
              <a:rPr lang="en-US" sz="2200" b="1" dirty="0"/>
              <a:t>Process time: </a:t>
            </a:r>
            <a:r>
              <a:rPr lang="en-US" sz="2200" dirty="0"/>
              <a:t>Time elapsed from when work starts until it is completed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BF306-0ACF-EF14-C96E-8457BFA5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-1766"/>
          <a:stretch>
            <a:fillRect/>
          </a:stretch>
        </p:blipFill>
        <p:spPr>
          <a:xfrm>
            <a:off x="4654296" y="2164565"/>
            <a:ext cx="6903720" cy="307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8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3EECB-3075-89C1-BAA9-F97B28BA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ide view of a white calendar">
            <a:extLst>
              <a:ext uri="{FF2B5EF4-FFF2-40B4-BE49-F238E27FC236}">
                <a16:creationId xmlns:a16="http://schemas.microsoft.com/office/drawing/2014/main" id="{9EB6DB77-0582-2AA3-2F82-FF0820BC78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6" b="119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C5074-3241-3649-C025-CA0C6595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The Common Scenario: Deployment Takes Months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649550-ECF0-6389-E4A7-F005CBC4F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055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091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B5082-74D1-A501-4A17-AEAFAF50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7F09-6568-FCC6-D915-77EED114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19" y="368491"/>
            <a:ext cx="4421874" cy="1989104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/>
              <a:t>The DevOps Approach on Value Stream</a:t>
            </a:r>
          </a:p>
        </p:txBody>
      </p:sp>
      <p:pic>
        <p:nvPicPr>
          <p:cNvPr id="10" name="Picture 9" descr="People in an office">
            <a:extLst>
              <a:ext uri="{FF2B5EF4-FFF2-40B4-BE49-F238E27FC236}">
                <a16:creationId xmlns:a16="http://schemas.microsoft.com/office/drawing/2014/main" id="{469882D2-23E3-09F0-6E3E-86CC71176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2" r="22500" b="-1"/>
          <a:stretch>
            <a:fillRect/>
          </a:stretch>
        </p:blipFill>
        <p:spPr>
          <a:xfrm>
            <a:off x="5086726" y="10"/>
            <a:ext cx="7105273" cy="685799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DE5EB7-3E64-EEF2-3122-79D8A48BC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700792"/>
              </p:ext>
            </p:extLst>
          </p:nvPr>
        </p:nvGraphicFramePr>
        <p:xfrm>
          <a:off x="876693" y="2533476"/>
          <a:ext cx="3455821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269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D6414-9A63-A16D-3A0D-19C84A0D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The DevOps Ideal: Deployment in Minutes</a:t>
            </a:r>
          </a:p>
        </p:txBody>
      </p:sp>
      <p:pic>
        <p:nvPicPr>
          <p:cNvPr id="8" name="Picture 7" descr="Businesswomen brainstorming around a laptop">
            <a:extLst>
              <a:ext uri="{FF2B5EF4-FFF2-40B4-BE49-F238E27FC236}">
                <a16:creationId xmlns:a16="http://schemas.microsoft.com/office/drawing/2014/main" id="{EEA07045-FB29-AFAB-9ECA-C9313E7FE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7" t="9761" r="46778" b="-1"/>
          <a:stretch>
            <a:fillRect/>
          </a:stretch>
        </p:blipFill>
        <p:spPr>
          <a:xfrm>
            <a:off x="0" y="0"/>
            <a:ext cx="4611566" cy="6858000"/>
          </a:xfrm>
          <a:prstGeom prst="rect">
            <a:avLst/>
          </a:prstGeom>
        </p:spPr>
      </p:pic>
      <p:sp>
        <p:nvSpPr>
          <p:cNvPr id="2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F212B1-0902-88D9-624D-9553368A20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1" r="508"/>
          <a:stretch>
            <a:fillRect/>
          </a:stretch>
        </p:blipFill>
        <p:spPr>
          <a:xfrm>
            <a:off x="4797494" y="4621650"/>
            <a:ext cx="6755818" cy="2062614"/>
          </a:xfrm>
          <a:prstGeom prst="rect">
            <a:avLst/>
          </a:prstGeom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62CF42F-D91F-E746-2590-90EED8197F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865955"/>
              </p:ext>
            </p:extLst>
          </p:nvPr>
        </p:nvGraphicFramePr>
        <p:xfrm>
          <a:off x="4611757" y="1773936"/>
          <a:ext cx="6755626" cy="3483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2497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92337-B8FA-89A7-35E5-B60E0849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sz="5600"/>
              <a:t>Reducing Lead Time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AAC68C-25CD-7C4B-C41B-1A850DFE65D8}"/>
              </a:ext>
            </a:extLst>
          </p:cNvPr>
          <p:cNvGrpSpPr/>
          <p:nvPr/>
        </p:nvGrpSpPr>
        <p:grpSpPr>
          <a:xfrm>
            <a:off x="838201" y="2894388"/>
            <a:ext cx="10401244" cy="2213809"/>
            <a:chOff x="966000" y="2896580"/>
            <a:chExt cx="10148421" cy="2160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70EEAF-A978-A768-B2A4-E2742EE86861}"/>
                </a:ext>
              </a:extLst>
            </p:cNvPr>
            <p:cNvSpPr/>
            <p:nvPr/>
          </p:nvSpPr>
          <p:spPr>
            <a:xfrm>
              <a:off x="1317000" y="2896580"/>
              <a:ext cx="1098000" cy="1098000"/>
            </a:xfrm>
            <a:prstGeom prst="ellipse">
              <a:avLst/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Artificial Intelligence with solid fill">
              <a:extLst>
                <a:ext uri="{FF2B5EF4-FFF2-40B4-BE49-F238E27FC236}">
                  <a16:creationId xmlns:a16="http://schemas.microsoft.com/office/drawing/2014/main" id="{F5C595B7-59F5-626E-C3DF-E2567319C5AE}"/>
                </a:ext>
              </a:extLst>
            </p:cNvPr>
            <p:cNvSpPr/>
            <p:nvPr/>
          </p:nvSpPr>
          <p:spPr>
            <a:xfrm>
              <a:off x="1551000" y="3130580"/>
              <a:ext cx="630000" cy="6300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639932-9A76-2858-F1C6-512145D59875}"/>
                </a:ext>
              </a:extLst>
            </p:cNvPr>
            <p:cNvSpPr/>
            <p:nvPr/>
          </p:nvSpPr>
          <p:spPr>
            <a:xfrm>
              <a:off x="966000" y="4336580"/>
              <a:ext cx="1800000" cy="720000"/>
            </a:xfrm>
            <a:custGeom>
              <a:avLst/>
              <a:gdLst>
                <a:gd name="csX0" fmla="*/ 0 w 1800000"/>
                <a:gd name="csY0" fmla="*/ 0 h 720000"/>
                <a:gd name="csX1" fmla="*/ 1800000 w 1800000"/>
                <a:gd name="csY1" fmla="*/ 0 h 720000"/>
                <a:gd name="csX2" fmla="*/ 1800000 w 1800000"/>
                <a:gd name="csY2" fmla="*/ 720000 h 720000"/>
                <a:gd name="csX3" fmla="*/ 0 w 1800000"/>
                <a:gd name="csY3" fmla="*/ 720000 h 720000"/>
                <a:gd name="csX4" fmla="*/ 0 w 18000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496382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117" kern="1200" cap="all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Automate repetitive tasks</a:t>
              </a:r>
              <a:endParaRPr lang="en-US" sz="1100" kern="12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51045A1-3F0C-125F-D8BF-8756F61143FE}"/>
                </a:ext>
              </a:extLst>
            </p:cNvPr>
            <p:cNvSpPr/>
            <p:nvPr/>
          </p:nvSpPr>
          <p:spPr>
            <a:xfrm>
              <a:off x="3432000" y="2896580"/>
              <a:ext cx="1098000" cy="1098000"/>
            </a:xfrm>
            <a:prstGeom prst="ellipse">
              <a:avLst/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 descr="Blockchain with solid fill">
              <a:extLst>
                <a:ext uri="{FF2B5EF4-FFF2-40B4-BE49-F238E27FC236}">
                  <a16:creationId xmlns:a16="http://schemas.microsoft.com/office/drawing/2014/main" id="{A33FB7A5-757B-84BF-23E2-37A82FFFAAA7}"/>
                </a:ext>
              </a:extLst>
            </p:cNvPr>
            <p:cNvSpPr/>
            <p:nvPr/>
          </p:nvSpPr>
          <p:spPr>
            <a:xfrm>
              <a:off x="3666000" y="3130579"/>
              <a:ext cx="630000" cy="6300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6A5870C-8B65-199D-F54D-1286D23D7C97}"/>
                </a:ext>
              </a:extLst>
            </p:cNvPr>
            <p:cNvSpPr/>
            <p:nvPr/>
          </p:nvSpPr>
          <p:spPr>
            <a:xfrm>
              <a:off x="3150399" y="4336580"/>
              <a:ext cx="1661202" cy="720000"/>
            </a:xfrm>
            <a:custGeom>
              <a:avLst/>
              <a:gdLst>
                <a:gd name="csX0" fmla="*/ 0 w 1800000"/>
                <a:gd name="csY0" fmla="*/ 0 h 720000"/>
                <a:gd name="csX1" fmla="*/ 1800000 w 1800000"/>
                <a:gd name="csY1" fmla="*/ 0 h 720000"/>
                <a:gd name="csX2" fmla="*/ 1800000 w 1800000"/>
                <a:gd name="csY2" fmla="*/ 720000 h 720000"/>
                <a:gd name="csX3" fmla="*/ 0 w 1800000"/>
                <a:gd name="csY3" fmla="*/ 720000 h 720000"/>
                <a:gd name="csX4" fmla="*/ 0 w 18000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496382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117" kern="1200" cap="all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Use continuous integration and continuous delivery (CI / CD)</a:t>
              </a:r>
              <a:endParaRPr lang="en-US" sz="1100" kern="12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2B459D2-42B9-5706-3E14-F5AA82C0088A}"/>
                </a:ext>
              </a:extLst>
            </p:cNvPr>
            <p:cNvSpPr/>
            <p:nvPr/>
          </p:nvSpPr>
          <p:spPr>
            <a:xfrm>
              <a:off x="5547000" y="2896580"/>
              <a:ext cx="1098000" cy="1098000"/>
            </a:xfrm>
            <a:prstGeom prst="ellipse">
              <a:avLst/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 descr="Downward trend">
              <a:extLst>
                <a:ext uri="{FF2B5EF4-FFF2-40B4-BE49-F238E27FC236}">
                  <a16:creationId xmlns:a16="http://schemas.microsoft.com/office/drawing/2014/main" id="{C6F425F2-CCC7-336A-80D5-BF16833FD7A6}"/>
                </a:ext>
              </a:extLst>
            </p:cNvPr>
            <p:cNvSpPr/>
            <p:nvPr/>
          </p:nvSpPr>
          <p:spPr>
            <a:xfrm>
              <a:off x="5781000" y="3130579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FC3C594-C85B-C3E4-71BD-B45DD016B7F7}"/>
                </a:ext>
              </a:extLst>
            </p:cNvPr>
            <p:cNvSpPr/>
            <p:nvPr/>
          </p:nvSpPr>
          <p:spPr>
            <a:xfrm>
              <a:off x="5196000" y="4336580"/>
              <a:ext cx="1800000" cy="720000"/>
            </a:xfrm>
            <a:custGeom>
              <a:avLst/>
              <a:gdLst>
                <a:gd name="csX0" fmla="*/ 0 w 1800000"/>
                <a:gd name="csY0" fmla="*/ 0 h 720000"/>
                <a:gd name="csX1" fmla="*/ 1800000 w 1800000"/>
                <a:gd name="csY1" fmla="*/ 0 h 720000"/>
                <a:gd name="csX2" fmla="*/ 1800000 w 1800000"/>
                <a:gd name="csY2" fmla="*/ 720000 h 720000"/>
                <a:gd name="csX3" fmla="*/ 0 w 1800000"/>
                <a:gd name="csY3" fmla="*/ 720000 h 720000"/>
                <a:gd name="csX4" fmla="*/ 0 w 18000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496382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117" kern="1200" cap="all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Reduce unnecessary handoffs and bottlenecks</a:t>
              </a:r>
              <a:endParaRPr lang="en-US" sz="1100" kern="12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C794DDD-DB5F-AC7B-3419-319CE6E57953}"/>
                </a:ext>
              </a:extLst>
            </p:cNvPr>
            <p:cNvSpPr/>
            <p:nvPr/>
          </p:nvSpPr>
          <p:spPr>
            <a:xfrm>
              <a:off x="7662000" y="2896580"/>
              <a:ext cx="1098000" cy="1098000"/>
            </a:xfrm>
            <a:prstGeom prst="ellipse">
              <a:avLst/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32" descr="Customer review with solid fill">
              <a:extLst>
                <a:ext uri="{FF2B5EF4-FFF2-40B4-BE49-F238E27FC236}">
                  <a16:creationId xmlns:a16="http://schemas.microsoft.com/office/drawing/2014/main" id="{A90608AC-48AF-5960-1C75-DF74FDC5B21D}"/>
                </a:ext>
              </a:extLst>
            </p:cNvPr>
            <p:cNvSpPr/>
            <p:nvPr/>
          </p:nvSpPr>
          <p:spPr>
            <a:xfrm>
              <a:off x="7896000" y="3130579"/>
              <a:ext cx="630000" cy="6300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A4486-68DF-5C3E-2198-4D5ECEAF20F1}"/>
                </a:ext>
              </a:extLst>
            </p:cNvPr>
            <p:cNvSpPr/>
            <p:nvPr/>
          </p:nvSpPr>
          <p:spPr>
            <a:xfrm>
              <a:off x="7311000" y="4336580"/>
              <a:ext cx="1800000" cy="720000"/>
            </a:xfrm>
            <a:custGeom>
              <a:avLst/>
              <a:gdLst>
                <a:gd name="csX0" fmla="*/ 0 w 1800000"/>
                <a:gd name="csY0" fmla="*/ 0 h 720000"/>
                <a:gd name="csX1" fmla="*/ 1800000 w 1800000"/>
                <a:gd name="csY1" fmla="*/ 0 h 720000"/>
                <a:gd name="csX2" fmla="*/ 1800000 w 1800000"/>
                <a:gd name="csY2" fmla="*/ 720000 h 720000"/>
                <a:gd name="csX3" fmla="*/ 0 w 1800000"/>
                <a:gd name="csY3" fmla="*/ 720000 h 720000"/>
                <a:gd name="csX4" fmla="*/ 0 w 18000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496382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117" kern="1200" cap="all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Share responsibility between development and operations</a:t>
              </a:r>
              <a:endParaRPr lang="en-US" sz="1100" kern="12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DDB4270-515E-38B3-65E5-100803B60291}"/>
                </a:ext>
              </a:extLst>
            </p:cNvPr>
            <p:cNvSpPr/>
            <p:nvPr/>
          </p:nvSpPr>
          <p:spPr>
            <a:xfrm>
              <a:off x="9777000" y="2896580"/>
              <a:ext cx="1098000" cy="1098000"/>
            </a:xfrm>
            <a:prstGeom prst="ellipse">
              <a:avLst/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35" descr="Check List">
              <a:extLst>
                <a:ext uri="{FF2B5EF4-FFF2-40B4-BE49-F238E27FC236}">
                  <a16:creationId xmlns:a16="http://schemas.microsoft.com/office/drawing/2014/main" id="{A6C3A213-26FB-3C5C-4AA8-1155A6B0BF49}"/>
                </a:ext>
              </a:extLst>
            </p:cNvPr>
            <p:cNvSpPr/>
            <p:nvPr/>
          </p:nvSpPr>
          <p:spPr>
            <a:xfrm>
              <a:off x="10011000" y="3130579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57E81DF-1F6F-112A-84CF-6BF6AE398F78}"/>
                </a:ext>
              </a:extLst>
            </p:cNvPr>
            <p:cNvSpPr/>
            <p:nvPr/>
          </p:nvSpPr>
          <p:spPr>
            <a:xfrm>
              <a:off x="9537578" y="4299216"/>
              <a:ext cx="1576843" cy="720000"/>
            </a:xfrm>
            <a:custGeom>
              <a:avLst/>
              <a:gdLst>
                <a:gd name="csX0" fmla="*/ 0 w 1800000"/>
                <a:gd name="csY0" fmla="*/ 0 h 720000"/>
                <a:gd name="csX1" fmla="*/ 1800000 w 1800000"/>
                <a:gd name="csY1" fmla="*/ 0 h 720000"/>
                <a:gd name="csX2" fmla="*/ 1800000 w 1800000"/>
                <a:gd name="csY2" fmla="*/ 720000 h 720000"/>
                <a:gd name="csX3" fmla="*/ 0 w 1800000"/>
                <a:gd name="csY3" fmla="*/ 720000 h 720000"/>
                <a:gd name="csX4" fmla="*/ 0 w 18000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496382">
                <a:spcBef>
                  <a:spcPct val="0"/>
                </a:spcBef>
                <a:spcAft>
                  <a:spcPct val="35000"/>
                </a:spcAft>
                <a:defRPr cap="all"/>
              </a:pPr>
              <a:r>
                <a:rPr lang="en-US" sz="1117" kern="1200" cap="all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Use monitoring and feedback to improve the process</a:t>
              </a:r>
              <a:endParaRPr lang="en-US" sz="1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86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ine graph adjacent to a stair">
            <a:extLst>
              <a:ext uri="{FF2B5EF4-FFF2-40B4-BE49-F238E27FC236}">
                <a16:creationId xmlns:a16="http://schemas.microsoft.com/office/drawing/2014/main" id="{8DFF2859-8264-DEF2-D1BB-7085CC936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" r="609" b="1"/>
          <a:stretch>
            <a:fillRect/>
          </a:stretch>
        </p:blipFill>
        <p:spPr>
          <a:xfrm>
            <a:off x="7544661" y="323519"/>
            <a:ext cx="4323899" cy="6212748"/>
          </a:xfrm>
          <a:custGeom>
            <a:avLst/>
            <a:gdLst/>
            <a:ahLst/>
            <a:cxnLst/>
            <a:rect l="l" t="t" r="r" b="b"/>
            <a:pathLst>
              <a:path w="4323899" h="6212748">
                <a:moveTo>
                  <a:pt x="0" y="0"/>
                </a:move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1C89C42-AF83-451A-81EA-472844755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6C90F-65F1-87D5-9297-4489FB51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9" y="1188637"/>
            <a:ext cx="5917521" cy="1597228"/>
          </a:xfrm>
        </p:spPr>
        <p:txBody>
          <a:bodyPr>
            <a:normAutofit/>
          </a:bodyPr>
          <a:lstStyle/>
          <a:p>
            <a:r>
              <a:rPr lang="en-US" sz="6000"/>
              <a:t>Why this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4409E1-759B-7924-947D-6B8E47A57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440810"/>
              </p:ext>
            </p:extLst>
          </p:nvPr>
        </p:nvGraphicFramePr>
        <p:xfrm>
          <a:off x="1123359" y="2998278"/>
          <a:ext cx="5917520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794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69B8D-B8E0-4FF9-B936-F7214728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References</a:t>
            </a:r>
          </a:p>
        </p:txBody>
      </p:sp>
      <p:pic>
        <p:nvPicPr>
          <p:cNvPr id="5" name="Picture 4" descr="Files in folders">
            <a:extLst>
              <a:ext uri="{FF2B5EF4-FFF2-40B4-BE49-F238E27FC236}">
                <a16:creationId xmlns:a16="http://schemas.microsoft.com/office/drawing/2014/main" id="{558060B1-2C0A-DB97-D672-FCB53A275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98" r="29457" b="-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8BA6-5F86-4832-CDAF-2724C7513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lnSpc>
                <a:spcPct val="20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</a:rPr>
              <a:t>Kim, G., Debois, P., Willis, J., &amp; Humble, J. (2016). The DevOps Handbook: How to Create World-Class Agility, Reliability, and Security in Technology Organizations. </a:t>
            </a:r>
            <a:r>
              <a:rPr lang="en-US" sz="2400" i="1" dirty="0">
                <a:effectLst/>
                <a:latin typeface="Times New Roman" panose="02020603050405020304" pitchFamily="18" charset="0"/>
              </a:rPr>
              <a:t>Agile, Continuous Delivery, and the Three Ways</a:t>
            </a:r>
            <a:r>
              <a:rPr lang="en-US" sz="2400" dirty="0">
                <a:effectLst/>
                <a:latin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20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</a:rPr>
              <a:t>Quiroz-Vázquez, C. (n.d.). </a:t>
            </a:r>
            <a:r>
              <a:rPr lang="en-US" sz="2400" i="1" dirty="0">
                <a:effectLst/>
                <a:latin typeface="Times New Roman" panose="02020603050405020304" pitchFamily="18" charset="0"/>
              </a:rPr>
              <a:t>What is value stream management?</a:t>
            </a:r>
            <a:r>
              <a:rPr lang="en-US" sz="2400" dirty="0">
                <a:effectLst/>
                <a:latin typeface="Times New Roman" panose="02020603050405020304" pitchFamily="18" charset="0"/>
              </a:rPr>
              <a:t> Retrieved October 25, 2026, from https://www.ibm.com/think/topics/value-stream-management</a:t>
            </a:r>
          </a:p>
          <a:p>
            <a:pPr marL="457200" indent="-457200">
              <a:lnSpc>
                <a:spcPct val="20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</a:rPr>
              <a:t>Takakura, T. (n.d.). </a:t>
            </a:r>
            <a:r>
              <a:rPr lang="en-US" sz="2400" i="1" dirty="0">
                <a:effectLst/>
                <a:latin typeface="Times New Roman" panose="02020603050405020304" pitchFamily="18" charset="0"/>
              </a:rPr>
              <a:t>What is Value Stream Management (VSM) and Why is it Important?</a:t>
            </a:r>
            <a:r>
              <a:rPr lang="en-US" sz="2400" dirty="0">
                <a:effectLst/>
                <a:latin typeface="Times New Roman" panose="02020603050405020304" pitchFamily="18" charset="0"/>
              </a:rPr>
              <a:t> Atlassian. Retrieved October 25, 2026, from https://www.atlassian.com/agile/value-stream-management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842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391</Words>
  <Application>Microsoft Office PowerPoint</Application>
  <PresentationFormat>Widescreen</PresentationFormat>
  <Paragraphs>41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The Technology Value Stream</vt:lpstr>
      <vt:lpstr>What is the Technology Value Stream?</vt:lpstr>
      <vt:lpstr>Lead Time vs Process Time</vt:lpstr>
      <vt:lpstr>The Common Scenario: Deployment Takes Months</vt:lpstr>
      <vt:lpstr>The DevOps Approach on Value Stream</vt:lpstr>
      <vt:lpstr>The DevOps Ideal: Deployment in Minutes</vt:lpstr>
      <vt:lpstr>Reducing Lead Time</vt:lpstr>
      <vt:lpstr>Why this matters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 Shinsato</dc:creator>
  <cp:lastModifiedBy>Miles Shinsato</cp:lastModifiedBy>
  <cp:revision>1</cp:revision>
  <dcterms:created xsi:type="dcterms:W3CDTF">2026-10-25T14:42:22Z</dcterms:created>
  <dcterms:modified xsi:type="dcterms:W3CDTF">2026-10-25T23:37:02Z</dcterms:modified>
</cp:coreProperties>
</file>